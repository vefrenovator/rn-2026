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84" r:id="rId3"/>
    <p:sldId id="287" r:id="rId4"/>
    <p:sldId id="285" r:id="rId5"/>
    <p:sldId id="288" r:id="rId6"/>
    <p:sldId id="289" r:id="rId7"/>
    <p:sldId id="290" r:id="rId8"/>
    <p:sldId id="291" r:id="rId9"/>
    <p:sldId id="292" r:id="rId10"/>
    <p:sldId id="264" r:id="rId11"/>
  </p:sldIdLst>
  <p:sldSz cx="12192000" cy="6858000"/>
  <p:notesSz cx="12192000" cy="6858000"/>
  <p:embeddedFontLst>
    <p:embeddedFont>
      <p:font typeface="Cambria Math" panose="02040503050406030204" pitchFamily="18" charset="0"/>
      <p:regular r:id="rId13"/>
    </p:embeddedFont>
    <p:embeddedFont>
      <p:font typeface="Cascadia Code" panose="020B0609020000020004" pitchFamily="49" charset="0"/>
      <p:regular r:id="rId14"/>
      <p:bold r:id="rId15"/>
      <p:italic r:id="rId16"/>
      <p:boldItalic r:id="rId17"/>
    </p:embeddedFont>
    <p:embeddedFont>
      <p:font typeface="Montserrat" panose="00000500000000000000" pitchFamily="2" charset="-52"/>
      <p:regular r:id="rId18"/>
      <p:bold r:id="rId19"/>
      <p:italic r:id="rId20"/>
      <p:boldItalic r:id="rId21"/>
    </p:embeddedFont>
    <p:embeddedFont>
      <p:font typeface="Montserrat SemiBold" panose="00000700000000000000" pitchFamily="2" charset="-52"/>
      <p:bold r:id="rId22"/>
      <p:boldItalic r:id="rId23"/>
    </p:embeddedFont>
  </p:embeddedFontLst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">
          <p15:clr>
            <a:srgbClr val="A4A3A4"/>
          </p15:clr>
        </p15:guide>
        <p15:guide id="2" pos="415">
          <p15:clr>
            <a:srgbClr val="A4A3A4"/>
          </p15:clr>
        </p15:guide>
        <p15:guide id="3" pos="7265">
          <p15:clr>
            <a:srgbClr val="A4A3A4"/>
          </p15:clr>
        </p15:guide>
        <p15:guide id="4" orient="horz" pos="4020">
          <p15:clr>
            <a:srgbClr val="A4A3A4"/>
          </p15:clr>
        </p15:guide>
        <p15:guide id="5" pos="1277">
          <p15:clr>
            <a:srgbClr val="A4A3A4"/>
          </p15:clr>
        </p15:guide>
        <p15:guide id="6" pos="1617">
          <p15:clr>
            <a:srgbClr val="A4A3A4"/>
          </p15:clr>
        </p15:guide>
        <p15:guide id="7" pos="2457">
          <p15:clr>
            <a:srgbClr val="A4A3A4"/>
          </p15:clr>
        </p15:guide>
        <p15:guide id="8" pos="2797">
          <p15:clr>
            <a:srgbClr val="A4A3A4"/>
          </p15:clr>
        </p15:guide>
        <p15:guide id="9" pos="4089">
          <p15:clr>
            <a:srgbClr val="A4A3A4"/>
          </p15:clr>
        </p15:guide>
        <p15:guide id="10" pos="4883">
          <p15:clr>
            <a:srgbClr val="A4A3A4"/>
          </p15:clr>
        </p15:guide>
        <p15:guide id="11" pos="5223">
          <p15:clr>
            <a:srgbClr val="A4A3A4"/>
          </p15:clr>
        </p15:guide>
        <p15:guide id="12" pos="6063">
          <p15:clr>
            <a:srgbClr val="A4A3A4"/>
          </p15:clr>
        </p15:guide>
        <p15:guide id="13" pos="6403">
          <p15:clr>
            <a:srgbClr val="A4A3A4"/>
          </p15:clr>
        </p15:guide>
        <p15:guide id="14" pos="36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63CC"/>
    <a:srgbClr val="0C56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FE664-E177-44C9-91F7-A41BC1D7F2A1}" v="1141" dt="2026-04-19T00:52:06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8" y="72"/>
      </p:cViewPr>
      <p:guideLst>
        <p:guide orient="horz" pos="278"/>
        <p:guide pos="415"/>
        <p:guide pos="7265"/>
        <p:guide orient="horz" pos="4020"/>
        <p:guide pos="1277"/>
        <p:guide pos="1617"/>
        <p:guide pos="2457"/>
        <p:guide pos="2797"/>
        <p:guide pos="4089"/>
        <p:guide pos="4883"/>
        <p:guide pos="5223"/>
        <p:guide pos="6063"/>
        <p:guide pos="6403"/>
        <p:guide pos="3613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imir Emelianenko" userId="db1cb1c1f9c16854" providerId="LiveId" clId="{143FBBED-FCBF-4CC9-94F4-0F6C77EFC4A7}"/>
    <pc:docChg chg="undo custSel addSld delSld modSld sldOrd">
      <pc:chgData name="Vladimir Emelianenko" userId="db1cb1c1f9c16854" providerId="LiveId" clId="{143FBBED-FCBF-4CC9-94F4-0F6C77EFC4A7}" dt="2026-04-19T00:52:06.969" v="2638"/>
      <pc:docMkLst>
        <pc:docMk/>
      </pc:docMkLst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57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58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59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0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1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2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3"/>
        </pc:sldMkLst>
      </pc:sldChg>
      <pc:sldChg chg="modSp mod">
        <pc:chgData name="Vladimir Emelianenko" userId="db1cb1c1f9c16854" providerId="LiveId" clId="{143FBBED-FCBF-4CC9-94F4-0F6C77EFC4A7}" dt="2026-04-19T00:47:23.502" v="2632" actId="6549"/>
        <pc:sldMkLst>
          <pc:docMk/>
          <pc:sldMk cId="0" sldId="264"/>
        </pc:sldMkLst>
        <pc:spChg chg="mod">
          <ac:chgData name="Vladimir Emelianenko" userId="db1cb1c1f9c16854" providerId="LiveId" clId="{143FBBED-FCBF-4CC9-94F4-0F6C77EFC4A7}" dt="2026-04-19T00:47:23.502" v="2632" actId="6549"/>
          <ac:spMkLst>
            <pc:docMk/>
            <pc:sldMk cId="0" sldId="264"/>
            <ac:spMk id="786225085" creationId="{00000000-0000-0000-0000-000000000000}"/>
          </ac:spMkLst>
        </pc:spChg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5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6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7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8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9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0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1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2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3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4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5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6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7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8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9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0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1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2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3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4136397872" sldId="286"/>
        </pc:sldMkLst>
      </pc:sldChg>
      <pc:sldChg chg="addSp delSp modSp mod">
        <pc:chgData name="Vladimir Emelianenko" userId="db1cb1c1f9c16854" providerId="LiveId" clId="{143FBBED-FCBF-4CC9-94F4-0F6C77EFC4A7}" dt="2026-04-18T22:53:20.326" v="730" actId="1582"/>
        <pc:sldMkLst>
          <pc:docMk/>
          <pc:sldMk cId="1182049041" sldId="287"/>
        </pc:sldMkLst>
        <pc:spChg chg="add mod">
          <ac:chgData name="Vladimir Emelianenko" userId="db1cb1c1f9c16854" providerId="LiveId" clId="{143FBBED-FCBF-4CC9-94F4-0F6C77EFC4A7}" dt="2026-04-18T22:49:44.673" v="718" actId="20577"/>
          <ac:spMkLst>
            <pc:docMk/>
            <pc:sldMk cId="1182049041" sldId="287"/>
            <ac:spMk id="5" creationId="{8B9FBDD5-1E2B-B4A9-BE0C-1F0EF08064A1}"/>
          </ac:spMkLst>
        </pc:spChg>
        <pc:spChg chg="add del mod">
          <ac:chgData name="Vladimir Emelianenko" userId="db1cb1c1f9c16854" providerId="LiveId" clId="{143FBBED-FCBF-4CC9-94F4-0F6C77EFC4A7}" dt="2026-04-18T22:48:15.949" v="709" actId="478"/>
          <ac:spMkLst>
            <pc:docMk/>
            <pc:sldMk cId="1182049041" sldId="287"/>
            <ac:spMk id="8" creationId="{5F717B9E-8C18-5162-2E10-F64D21054325}"/>
          </ac:spMkLst>
        </pc:spChg>
        <pc:picChg chg="add del mod ord">
          <ac:chgData name="Vladimir Emelianenko" userId="db1cb1c1f9c16854" providerId="LiveId" clId="{143FBBED-FCBF-4CC9-94F4-0F6C77EFC4A7}" dt="2026-04-18T22:48:17.038" v="710" actId="478"/>
          <ac:picMkLst>
            <pc:docMk/>
            <pc:sldMk cId="1182049041" sldId="287"/>
            <ac:picMk id="7" creationId="{68620CD5-4C2C-76F2-767F-CFCD19DE2919}"/>
          </ac:picMkLst>
        </pc:picChg>
        <pc:picChg chg="add mod">
          <ac:chgData name="Vladimir Emelianenko" userId="db1cb1c1f9c16854" providerId="LiveId" clId="{143FBBED-FCBF-4CC9-94F4-0F6C77EFC4A7}" dt="2026-04-18T22:53:20.326" v="730" actId="1582"/>
          <ac:picMkLst>
            <pc:docMk/>
            <pc:sldMk cId="1182049041" sldId="287"/>
            <ac:picMk id="10" creationId="{A534B0D9-448B-61E4-034D-66611F518F54}"/>
          </ac:picMkLst>
        </pc:picChg>
      </pc:sldChg>
      <pc:sldChg chg="modSp add mod ord">
        <pc:chgData name="Vladimir Emelianenko" userId="db1cb1c1f9c16854" providerId="LiveId" clId="{143FBBED-FCBF-4CC9-94F4-0F6C77EFC4A7}" dt="2026-04-19T00:30:07.207" v="2381" actId="20577"/>
        <pc:sldMkLst>
          <pc:docMk/>
          <pc:sldMk cId="2447423466" sldId="288"/>
        </pc:sldMkLst>
        <pc:spChg chg="mod">
          <ac:chgData name="Vladimir Emelianenko" userId="db1cb1c1f9c16854" providerId="LiveId" clId="{143FBBED-FCBF-4CC9-94F4-0F6C77EFC4A7}" dt="2026-04-18T23:18:03.890" v="956" actId="20577"/>
          <ac:spMkLst>
            <pc:docMk/>
            <pc:sldMk cId="2447423466" sldId="288"/>
            <ac:spMk id="250953633" creationId="{2D61EFFC-16D4-8706-7401-3A4DF6812043}"/>
          </ac:spMkLst>
        </pc:spChg>
        <pc:spChg chg="mod">
          <ac:chgData name="Vladimir Emelianenko" userId="db1cb1c1f9c16854" providerId="LiveId" clId="{143FBBED-FCBF-4CC9-94F4-0F6C77EFC4A7}" dt="2026-04-19T00:30:07.207" v="2381" actId="20577"/>
          <ac:spMkLst>
            <pc:docMk/>
            <pc:sldMk cId="2447423466" sldId="288"/>
            <ac:spMk id="839509378" creationId="{2EC9B52F-CC38-E233-4A02-2049F9F5B417}"/>
          </ac:spMkLst>
        </pc:spChg>
        <pc:spChg chg="mod">
          <ac:chgData name="Vladimir Emelianenko" userId="db1cb1c1f9c16854" providerId="LiveId" clId="{143FBBED-FCBF-4CC9-94F4-0F6C77EFC4A7}" dt="2026-04-18T22:55:04.598" v="738" actId="20577"/>
          <ac:spMkLst>
            <pc:docMk/>
            <pc:sldMk cId="2447423466" sldId="288"/>
            <ac:spMk id="2065738165" creationId="{D829867F-7701-3F7E-0817-FA76F6552071}"/>
          </ac:spMkLst>
        </pc:spChg>
      </pc:sldChg>
      <pc:sldChg chg="addSp delSp modSp add mod ord addAnim delAnim modAnim">
        <pc:chgData name="Vladimir Emelianenko" userId="db1cb1c1f9c16854" providerId="LiveId" clId="{143FBBED-FCBF-4CC9-94F4-0F6C77EFC4A7}" dt="2026-04-19T00:52:06.969" v="2638"/>
        <pc:sldMkLst>
          <pc:docMk/>
          <pc:sldMk cId="4179971423" sldId="289"/>
        </pc:sldMkLst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2" creationId="{F9E43761-38BA-33F4-A931-97E1B9A1B26B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3" creationId="{416F161F-7637-D3A7-C4B1-C6F7010AF4B8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4" creationId="{15DA2ACD-DA92-6BB9-2A76-B3FDD2287F49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5" creationId="{4103690A-AFBF-ACFD-AD87-8B5918E8774E}"/>
          </ac:spMkLst>
        </pc:spChg>
        <pc:spChg chg="add del mod modVis">
          <ac:chgData name="Vladimir Emelianenko" userId="db1cb1c1f9c16854" providerId="LiveId" clId="{143FBBED-FCBF-4CC9-94F4-0F6C77EFC4A7}" dt="2026-04-19T00:22:17.042" v="2300" actId="14430"/>
          <ac:spMkLst>
            <pc:docMk/>
            <pc:sldMk cId="4179971423" sldId="289"/>
            <ac:spMk id="6" creationId="{4445AB46-D7C7-729F-EB60-126ABBE2FE32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7" creationId="{CC9E9041-B479-3F08-E54E-256ACA9233C0}"/>
          </ac:spMkLst>
        </pc:spChg>
        <pc:spChg chg="add del mod modVis">
          <ac:chgData name="Vladimir Emelianenko" userId="db1cb1c1f9c16854" providerId="LiveId" clId="{143FBBED-FCBF-4CC9-94F4-0F6C77EFC4A7}" dt="2026-04-19T00:50:53.362" v="2634" actId="478"/>
          <ac:spMkLst>
            <pc:docMk/>
            <pc:sldMk cId="4179971423" sldId="289"/>
            <ac:spMk id="8" creationId="{F8956E11-0364-3555-973A-DD1916FE02DB}"/>
          </ac:spMkLst>
        </pc:spChg>
        <pc:spChg chg="add mod modVis">
          <ac:chgData name="Vladimir Emelianenko" userId="db1cb1c1f9c16854" providerId="LiveId" clId="{143FBBED-FCBF-4CC9-94F4-0F6C77EFC4A7}" dt="2026-04-19T00:51:02.432" v="2635" actId="1076"/>
          <ac:spMkLst>
            <pc:docMk/>
            <pc:sldMk cId="4179971423" sldId="289"/>
            <ac:spMk id="9" creationId="{4592C48C-196C-7805-B063-A2BDBE11741A}"/>
          </ac:spMkLst>
        </pc:spChg>
        <pc:spChg chg="add mod modVis">
          <ac:chgData name="Vladimir Emelianenko" userId="db1cb1c1f9c16854" providerId="LiveId" clId="{143FBBED-FCBF-4CC9-94F4-0F6C77EFC4A7}" dt="2026-04-19T00:22:29.758" v="2306" actId="14100"/>
          <ac:spMkLst>
            <pc:docMk/>
            <pc:sldMk cId="4179971423" sldId="289"/>
            <ac:spMk id="10" creationId="{69A58711-F039-FDC8-5A36-9B7DFF63BBD4}"/>
          </ac:spMkLst>
        </pc:spChg>
        <pc:spChg chg="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231383137" creationId="{B2E30D16-D55E-A257-176C-B1455A026F64}"/>
          </ac:spMkLst>
        </pc:spChg>
        <pc:spChg chg="mod modVis">
          <ac:chgData name="Vladimir Emelianenko" userId="db1cb1c1f9c16854" providerId="LiveId" clId="{143FBBED-FCBF-4CC9-94F4-0F6C77EFC4A7}" dt="2026-04-19T00:17:28.511" v="2276" actId="14429"/>
          <ac:spMkLst>
            <pc:docMk/>
            <pc:sldMk cId="4179971423" sldId="289"/>
            <ac:spMk id="250953633" creationId="{590DD5CD-93CB-A822-24BC-A6F8363771ED}"/>
          </ac:spMkLst>
        </pc:spChg>
        <pc:spChg chg="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839509378" creationId="{39A41A55-F9A3-26E8-4F0E-FE74A331AC0B}"/>
          </ac:spMkLst>
        </pc:spChg>
        <pc:spChg chg="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2065738165" creationId="{4F94A0EB-C4CF-E593-19B2-9D8A00560D3E}"/>
          </ac:spMkLst>
        </pc:spChg>
      </pc:sldChg>
      <pc:sldChg chg="modSp add mod ord">
        <pc:chgData name="Vladimir Emelianenko" userId="db1cb1c1f9c16854" providerId="LiveId" clId="{143FBBED-FCBF-4CC9-94F4-0F6C77EFC4A7}" dt="2026-04-19T00:29:28.655" v="2377" actId="14100"/>
        <pc:sldMkLst>
          <pc:docMk/>
          <pc:sldMk cId="2544998755" sldId="290"/>
        </pc:sldMkLst>
        <pc:spChg chg="mod">
          <ac:chgData name="Vladimir Emelianenko" userId="db1cb1c1f9c16854" providerId="LiveId" clId="{143FBBED-FCBF-4CC9-94F4-0F6C77EFC4A7}" dt="2026-04-19T00:29:28.655" v="2377" actId="14100"/>
          <ac:spMkLst>
            <pc:docMk/>
            <pc:sldMk cId="2544998755" sldId="290"/>
            <ac:spMk id="2" creationId="{F8E3DDE6-2154-3EF7-525D-D95C66DC1648}"/>
          </ac:spMkLst>
        </pc:spChg>
        <pc:spChg chg="mod">
          <ac:chgData name="Vladimir Emelianenko" userId="db1cb1c1f9c16854" providerId="LiveId" clId="{143FBBED-FCBF-4CC9-94F4-0F6C77EFC4A7}" dt="2026-04-19T00:29:01.101" v="2312" actId="20577"/>
          <ac:spMkLst>
            <pc:docMk/>
            <pc:sldMk cId="2544998755" sldId="290"/>
            <ac:spMk id="7" creationId="{66CB5AA1-2BD8-FC24-E27B-CB0D5240F260}"/>
          </ac:spMkLst>
        </pc:spChg>
      </pc:sldChg>
      <pc:sldChg chg="addSp delSp modSp add mod ord addAnim delAnim modAnim">
        <pc:chgData name="Vladimir Emelianenko" userId="db1cb1c1f9c16854" providerId="LiveId" clId="{143FBBED-FCBF-4CC9-94F4-0F6C77EFC4A7}" dt="2026-04-19T00:41:22.017" v="2522"/>
        <pc:sldMkLst>
          <pc:docMk/>
          <pc:sldMk cId="3534140554" sldId="291"/>
        </pc:sldMkLst>
        <pc:spChg chg="del">
          <ac:chgData name="Vladimir Emelianenko" userId="db1cb1c1f9c16854" providerId="LiveId" clId="{143FBBED-FCBF-4CC9-94F4-0F6C77EFC4A7}" dt="2026-04-19T00:32:23.900" v="2480" actId="478"/>
          <ac:spMkLst>
            <pc:docMk/>
            <pc:sldMk cId="3534140554" sldId="291"/>
            <ac:spMk id="250953633" creationId="{D72183D5-3989-E1F7-0611-EF7A618FD14C}"/>
          </ac:spMkLst>
        </pc:spChg>
        <pc:spChg chg="mod">
          <ac:chgData name="Vladimir Emelianenko" userId="db1cb1c1f9c16854" providerId="LiveId" clId="{143FBBED-FCBF-4CC9-94F4-0F6C77EFC4A7}" dt="2026-04-19T00:32:29.613" v="2481" actId="14100"/>
          <ac:spMkLst>
            <pc:docMk/>
            <pc:sldMk cId="3534140554" sldId="291"/>
            <ac:spMk id="839509378" creationId="{D8B59B04-94F1-3721-FC4C-BB395F664486}"/>
          </ac:spMkLst>
        </pc:spChg>
        <pc:spChg chg="mod">
          <ac:chgData name="Vladimir Emelianenko" userId="db1cb1c1f9c16854" providerId="LiveId" clId="{143FBBED-FCBF-4CC9-94F4-0F6C77EFC4A7}" dt="2026-04-19T00:30:27.570" v="2385" actId="20577"/>
          <ac:spMkLst>
            <pc:docMk/>
            <pc:sldMk cId="3534140554" sldId="291"/>
            <ac:spMk id="2065738165" creationId="{C8929412-1C1C-5DE1-AD7C-E78787D8F4F4}"/>
          </ac:spMkLst>
        </pc:spChg>
        <pc:picChg chg="add mod">
          <ac:chgData name="Vladimir Emelianenko" userId="db1cb1c1f9c16854" providerId="LiveId" clId="{143FBBED-FCBF-4CC9-94F4-0F6C77EFC4A7}" dt="2026-04-19T00:39:01.296" v="2508" actId="1582"/>
          <ac:picMkLst>
            <pc:docMk/>
            <pc:sldMk cId="3534140554" sldId="291"/>
            <ac:picMk id="3" creationId="{D0597E5C-4DF8-E2EB-6C90-2C2126084608}"/>
          </ac:picMkLst>
        </pc:picChg>
        <pc:picChg chg="add mod">
          <ac:chgData name="Vladimir Emelianenko" userId="db1cb1c1f9c16854" providerId="LiveId" clId="{143FBBED-FCBF-4CC9-94F4-0F6C77EFC4A7}" dt="2026-04-19T00:39:01.296" v="2508" actId="1582"/>
          <ac:picMkLst>
            <pc:docMk/>
            <pc:sldMk cId="3534140554" sldId="291"/>
            <ac:picMk id="5" creationId="{41E90988-B1D7-E08E-A9D8-E2C0DC71AD60}"/>
          </ac:picMkLst>
        </pc:picChg>
        <pc:picChg chg="add mod">
          <ac:chgData name="Vladimir Emelianenko" userId="db1cb1c1f9c16854" providerId="LiveId" clId="{143FBBED-FCBF-4CC9-94F4-0F6C77EFC4A7}" dt="2026-04-19T00:40:51.199" v="2520" actId="208"/>
          <ac:picMkLst>
            <pc:docMk/>
            <pc:sldMk cId="3534140554" sldId="291"/>
            <ac:picMk id="7" creationId="{6402BD5F-F086-9B57-BF52-96AFCD026763}"/>
          </ac:picMkLst>
        </pc:picChg>
      </pc:sldChg>
      <pc:sldChg chg="addSp delSp modSp add mod ord modAnim">
        <pc:chgData name="Vladimir Emelianenko" userId="db1cb1c1f9c16854" providerId="LiveId" clId="{143FBBED-FCBF-4CC9-94F4-0F6C77EFC4A7}" dt="2026-04-19T00:45:23.237" v="2628"/>
        <pc:sldMkLst>
          <pc:docMk/>
          <pc:sldMk cId="3112493419" sldId="292"/>
        </pc:sldMkLst>
        <pc:spChg chg="del">
          <ac:chgData name="Vladimir Emelianenko" userId="db1cb1c1f9c16854" providerId="LiveId" clId="{143FBBED-FCBF-4CC9-94F4-0F6C77EFC4A7}" dt="2026-04-19T00:43:24.719" v="2617" actId="478"/>
          <ac:spMkLst>
            <pc:docMk/>
            <pc:sldMk cId="3112493419" sldId="292"/>
            <ac:spMk id="250953633" creationId="{DBE07E6D-A036-F590-B2E3-2FE34A31F058}"/>
          </ac:spMkLst>
        </pc:spChg>
        <pc:spChg chg="mod">
          <ac:chgData name="Vladimir Emelianenko" userId="db1cb1c1f9c16854" providerId="LiveId" clId="{143FBBED-FCBF-4CC9-94F4-0F6C77EFC4A7}" dt="2026-04-19T00:42:49.436" v="2616" actId="20577"/>
          <ac:spMkLst>
            <pc:docMk/>
            <pc:sldMk cId="3112493419" sldId="292"/>
            <ac:spMk id="839509378" creationId="{0E2817FC-1064-27E2-E638-EC083DF243FE}"/>
          </ac:spMkLst>
        </pc:spChg>
        <pc:spChg chg="mod">
          <ac:chgData name="Vladimir Emelianenko" userId="db1cb1c1f9c16854" providerId="LiveId" clId="{143FBBED-FCBF-4CC9-94F4-0F6C77EFC4A7}" dt="2026-04-19T00:42:10.463" v="2526" actId="20577"/>
          <ac:spMkLst>
            <pc:docMk/>
            <pc:sldMk cId="3112493419" sldId="292"/>
            <ac:spMk id="2065738165" creationId="{B6BC1EF2-F0FE-9EF0-6C91-F38A7886969C}"/>
          </ac:spMkLst>
        </pc:spChg>
        <pc:picChg chg="add mod">
          <ac:chgData name="Vladimir Emelianenko" userId="db1cb1c1f9c16854" providerId="LiveId" clId="{143FBBED-FCBF-4CC9-94F4-0F6C77EFC4A7}" dt="2026-04-19T00:44:57.897" v="2627" actId="1076"/>
          <ac:picMkLst>
            <pc:docMk/>
            <pc:sldMk cId="3112493419" sldId="292"/>
            <ac:picMk id="3" creationId="{B39E25CB-2A83-7E92-97A1-3694ABFF54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9827394" y="540000"/>
            <a:ext cx="1519806" cy="92304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Montserrat SemiBold" panose="00000700000000000000" pitchFamily="2" charset="-52"/>
              </a:defRPr>
            </a:lvl1pPr>
          </a:lstStyle>
          <a:p>
            <a:pPr>
              <a:defRPr/>
            </a:pPr>
            <a:fld id="{0F264C39-7BC0-42FC-8EE8-A559589A0CA6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FA31F3E-D407-440E-96FF-F32CBD138C04}" type="datetimeFigureOut">
              <a:rPr lang="ru-RU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DF276BF-66DA-1DEA-3FA0-F868CF4F9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9827394" y="540000"/>
            <a:ext cx="1519806" cy="923040"/>
          </a:xfrm>
          <a:prstGeom prst="rect">
            <a:avLst/>
          </a:prstGeom>
        </p:spPr>
        <p:txBody>
          <a:bodyPr/>
          <a:lstStyle>
            <a:lvl1pPr algn="r">
              <a:defRPr sz="2000">
                <a:latin typeface="Montserrat SemiBold" panose="00000700000000000000" pitchFamily="2" charset="-52"/>
              </a:defRPr>
            </a:lvl1pPr>
          </a:lstStyle>
          <a:p>
            <a:pPr algn="r"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n-2026.onrender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/>
          <p:cNvSpPr/>
          <p:nvPr/>
        </p:nvSpPr>
        <p:spPr bwMode="auto">
          <a:xfrm>
            <a:off x="-6324" y="1773453"/>
            <a:ext cx="12200365" cy="5102260"/>
          </a:xfrm>
          <a:custGeom>
            <a:avLst/>
            <a:gdLst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14300 w 13506450"/>
              <a:gd name="connsiteY7" fmla="*/ 6877050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6808128 w 13506450"/>
              <a:gd name="connsiteY1" fmla="*/ 201716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7216739"/>
              <a:gd name="connsiteX1" fmla="*/ 6808128 w 13506450"/>
              <a:gd name="connsiteY1" fmla="*/ 201716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725934 w 13506450"/>
              <a:gd name="connsiteY1" fmla="*/ 2058256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206768 w 13506450"/>
              <a:gd name="connsiteY7" fmla="*/ 5716069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42381 w 13506450"/>
              <a:gd name="connsiteY7" fmla="*/ 5952375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316217 w 13506450"/>
              <a:gd name="connsiteY6" fmla="*/ 5983198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19263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19263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8989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84475 w 13494891"/>
              <a:gd name="connsiteY4" fmla="*/ 5700759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41779 w 13494891"/>
              <a:gd name="connsiteY4" fmla="*/ 5747013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304658 w 13494891"/>
              <a:gd name="connsiteY7" fmla="*/ 5983198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907036 w 13494891"/>
              <a:gd name="connsiteY5" fmla="*/ 5747295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708 w 13486610"/>
              <a:gd name="connsiteY0" fmla="*/ 4825001 h 5805300"/>
              <a:gd name="connsiteX1" fmla="*/ 6942399 w 13486610"/>
              <a:gd name="connsiteY1" fmla="*/ 1945240 h 5805300"/>
              <a:gd name="connsiteX2" fmla="*/ 7234143 w 13486610"/>
              <a:gd name="connsiteY2" fmla="*/ 3158447 h 5805300"/>
              <a:gd name="connsiteX3" fmla="*/ 13486610 w 13486610"/>
              <a:gd name="connsiteY3" fmla="*/ 0 h 5805300"/>
              <a:gd name="connsiteX4" fmla="*/ 7933498 w 13486610"/>
              <a:gd name="connsiteY4" fmla="*/ 5747013 h 5805300"/>
              <a:gd name="connsiteX5" fmla="*/ 5898755 w 13486610"/>
              <a:gd name="connsiteY5" fmla="*/ 5747295 h 5805300"/>
              <a:gd name="connsiteX6" fmla="*/ 5591562 w 13486610"/>
              <a:gd name="connsiteY6" fmla="*/ 5058738 h 5805300"/>
              <a:gd name="connsiteX7" fmla="*/ 4630827 w 13486610"/>
              <a:gd name="connsiteY7" fmla="*/ 5748372 h 5805300"/>
              <a:gd name="connsiteX8" fmla="*/ 2393 w 13486610"/>
              <a:gd name="connsiteY8" fmla="*/ 5805300 h 5805300"/>
              <a:gd name="connsiteX9" fmla="*/ 708 w 13486610"/>
              <a:gd name="connsiteY9" fmla="*/ 4825001 h 5805300"/>
              <a:gd name="connsiteX0" fmla="*/ 129 w 13486031"/>
              <a:gd name="connsiteY0" fmla="*/ 4825001 h 5748372"/>
              <a:gd name="connsiteX1" fmla="*/ 6941820 w 13486031"/>
              <a:gd name="connsiteY1" fmla="*/ 1945240 h 5748372"/>
              <a:gd name="connsiteX2" fmla="*/ 7233564 w 13486031"/>
              <a:gd name="connsiteY2" fmla="*/ 3158447 h 5748372"/>
              <a:gd name="connsiteX3" fmla="*/ 13486031 w 13486031"/>
              <a:gd name="connsiteY3" fmla="*/ 0 h 5748372"/>
              <a:gd name="connsiteX4" fmla="*/ 7932919 w 13486031"/>
              <a:gd name="connsiteY4" fmla="*/ 5747013 h 5748372"/>
              <a:gd name="connsiteX5" fmla="*/ 5898176 w 13486031"/>
              <a:gd name="connsiteY5" fmla="*/ 5747295 h 5748372"/>
              <a:gd name="connsiteX6" fmla="*/ 5590983 w 13486031"/>
              <a:gd name="connsiteY6" fmla="*/ 5058738 h 5748372"/>
              <a:gd name="connsiteX7" fmla="*/ 4630248 w 13486031"/>
              <a:gd name="connsiteY7" fmla="*/ 5748372 h 5748372"/>
              <a:gd name="connsiteX8" fmla="*/ 44510 w 13486031"/>
              <a:gd name="connsiteY8" fmla="*/ 5648749 h 5748372"/>
              <a:gd name="connsiteX9" fmla="*/ 129 w 13486031"/>
              <a:gd name="connsiteY9" fmla="*/ 4825001 h 5748372"/>
              <a:gd name="connsiteX0" fmla="*/ 8989 w 13494891"/>
              <a:gd name="connsiteY0" fmla="*/ 4825001 h 5748372"/>
              <a:gd name="connsiteX1" fmla="*/ 6950680 w 13494891"/>
              <a:gd name="connsiteY1" fmla="*/ 1945240 h 5748372"/>
              <a:gd name="connsiteX2" fmla="*/ 7242424 w 13494891"/>
              <a:gd name="connsiteY2" fmla="*/ 3158447 h 5748372"/>
              <a:gd name="connsiteX3" fmla="*/ 13494891 w 13494891"/>
              <a:gd name="connsiteY3" fmla="*/ 0 h 5748372"/>
              <a:gd name="connsiteX4" fmla="*/ 7941779 w 13494891"/>
              <a:gd name="connsiteY4" fmla="*/ 5747013 h 5748372"/>
              <a:gd name="connsiteX5" fmla="*/ 5907036 w 13494891"/>
              <a:gd name="connsiteY5" fmla="*/ 5747295 h 5748372"/>
              <a:gd name="connsiteX6" fmla="*/ 5599843 w 13494891"/>
              <a:gd name="connsiteY6" fmla="*/ 5058738 h 5748372"/>
              <a:gd name="connsiteX7" fmla="*/ 4639108 w 13494891"/>
              <a:gd name="connsiteY7" fmla="*/ 5748372 h 5748372"/>
              <a:gd name="connsiteX8" fmla="*/ 0 w 13494891"/>
              <a:gd name="connsiteY8" fmla="*/ 5744814 h 5748372"/>
              <a:gd name="connsiteX9" fmla="*/ 8989 w 13494891"/>
              <a:gd name="connsiteY9" fmla="*/ 4825001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3497283 w 13497283"/>
              <a:gd name="connsiteY3" fmla="*/ 0 h 5748372"/>
              <a:gd name="connsiteX4" fmla="*/ 7944171 w 13497283"/>
              <a:gd name="connsiteY4" fmla="*/ 5747013 h 5748372"/>
              <a:gd name="connsiteX5" fmla="*/ 5909428 w 13497283"/>
              <a:gd name="connsiteY5" fmla="*/ 5747295 h 5748372"/>
              <a:gd name="connsiteX6" fmla="*/ 5602235 w 13497283"/>
              <a:gd name="connsiteY6" fmla="*/ 5058738 h 5748372"/>
              <a:gd name="connsiteX7" fmla="*/ 4641500 w 13497283"/>
              <a:gd name="connsiteY7" fmla="*/ 5748372 h 5748372"/>
              <a:gd name="connsiteX8" fmla="*/ 2392 w 13497283"/>
              <a:gd name="connsiteY8" fmla="*/ 5744814 h 5748372"/>
              <a:gd name="connsiteX9" fmla="*/ 707 w 13497283"/>
              <a:gd name="connsiteY9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257081 w 13497283"/>
              <a:gd name="connsiteY3" fmla="*/ 613324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198792 w 13497283"/>
              <a:gd name="connsiteY3" fmla="*/ 646112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2200365"/>
              <a:gd name="connsiteY0" fmla="*/ 4186005 h 5102260"/>
              <a:gd name="connsiteX1" fmla="*/ 6953072 w 12200365"/>
              <a:gd name="connsiteY1" fmla="*/ 1299128 h 5102260"/>
              <a:gd name="connsiteX2" fmla="*/ 7244816 w 12200365"/>
              <a:gd name="connsiteY2" fmla="*/ 2512335 h 5102260"/>
              <a:gd name="connsiteX3" fmla="*/ 12198792 w 12200365"/>
              <a:gd name="connsiteY3" fmla="*/ 0 h 5102260"/>
              <a:gd name="connsiteX4" fmla="*/ 12200365 w 12200365"/>
              <a:gd name="connsiteY4" fmla="*/ 698165 h 5102260"/>
              <a:gd name="connsiteX5" fmla="*/ 7944171 w 12200365"/>
              <a:gd name="connsiteY5" fmla="*/ 5100901 h 5102260"/>
              <a:gd name="connsiteX6" fmla="*/ 5909428 w 12200365"/>
              <a:gd name="connsiteY6" fmla="*/ 5101183 h 5102260"/>
              <a:gd name="connsiteX7" fmla="*/ 5602235 w 12200365"/>
              <a:gd name="connsiteY7" fmla="*/ 4412626 h 5102260"/>
              <a:gd name="connsiteX8" fmla="*/ 4641500 w 12200365"/>
              <a:gd name="connsiteY8" fmla="*/ 5102260 h 5102260"/>
              <a:gd name="connsiteX9" fmla="*/ 2392 w 12200365"/>
              <a:gd name="connsiteY9" fmla="*/ 5098702 h 5102260"/>
              <a:gd name="connsiteX10" fmla="*/ 707 w 12200365"/>
              <a:gd name="connsiteY10" fmla="*/ 4186005 h 5102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00365" h="5102260" extrusionOk="0">
                <a:moveTo>
                  <a:pt x="707" y="4186005"/>
                </a:moveTo>
                <a:lnTo>
                  <a:pt x="6953072" y="1299128"/>
                </a:lnTo>
                <a:lnTo>
                  <a:pt x="7244816" y="2512335"/>
                </a:lnTo>
                <a:lnTo>
                  <a:pt x="12198792" y="0"/>
                </a:lnTo>
                <a:cubicBezTo>
                  <a:pt x="12199316" y="232722"/>
                  <a:pt x="12199841" y="465443"/>
                  <a:pt x="12200365" y="698165"/>
                </a:cubicBezTo>
                <a:lnTo>
                  <a:pt x="7944171" y="5100901"/>
                </a:lnTo>
                <a:lnTo>
                  <a:pt x="5909428" y="5101183"/>
                </a:lnTo>
                <a:lnTo>
                  <a:pt x="5602235" y="4412626"/>
                </a:lnTo>
                <a:lnTo>
                  <a:pt x="4641500" y="5102260"/>
                </a:lnTo>
                <a:lnTo>
                  <a:pt x="2392" y="5098702"/>
                </a:lnTo>
                <a:cubicBezTo>
                  <a:pt x="5388" y="4712636"/>
                  <a:pt x="-2289" y="4572071"/>
                  <a:pt x="707" y="4186005"/>
                </a:cubicBezTo>
                <a:close/>
              </a:path>
            </a:pathLst>
          </a:custGeom>
          <a:solidFill>
            <a:srgbClr val="B1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Прямоугольник 1"/>
          <p:cNvSpPr/>
          <p:nvPr/>
        </p:nvSpPr>
        <p:spPr bwMode="auto">
          <a:xfrm>
            <a:off x="540251" y="1800000"/>
            <a:ext cx="8902131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  <a:cs typeface="Montserrat SemiBold"/>
              </a:rPr>
              <a:t>Решение задачи-кейса </a:t>
            </a:r>
            <a:r>
              <a:rPr lang="en-US" sz="3600" dirty="0">
                <a:solidFill>
                  <a:schemeClr val="bg1"/>
                </a:solidFill>
                <a:latin typeface="Montserrat SemiBold"/>
                <a:cs typeface="Montserrat SemiBold"/>
              </a:rPr>
              <a:t>II </a:t>
            </a:r>
            <a:r>
              <a:rPr lang="ru-RU" sz="3600" dirty="0">
                <a:solidFill>
                  <a:schemeClr val="bg1"/>
                </a:solidFill>
                <a:latin typeface="Montserrat SemiBold"/>
                <a:cs typeface="Montserrat SemiBold"/>
              </a:rPr>
              <a:t>этапа олимпиады «Россети» за 8 класс</a:t>
            </a:r>
            <a:endParaRPr lang="ru-RU" sz="3600" b="0" i="0" u="none" strike="noStrike" cap="none" spc="0" dirty="0">
              <a:solidFill>
                <a:schemeClr val="bg1"/>
              </a:solidFill>
              <a:latin typeface="Montserrat SemiBold"/>
              <a:cs typeface="Montserrat SemiBold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61675" y="441325"/>
            <a:ext cx="1567691" cy="4718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540000" y="5688000"/>
            <a:ext cx="4977526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2000" dirty="0">
                <a:solidFill>
                  <a:srgbClr val="0C5698"/>
                </a:solidFill>
                <a:latin typeface="Montserrat"/>
              </a:rPr>
              <a:t>В. Ф. Емельяненко</a:t>
            </a:r>
            <a:endParaRPr dirty="0"/>
          </a:p>
          <a:p>
            <a:pPr>
              <a:defRPr/>
            </a:pPr>
            <a:r>
              <a:rPr lang="ru-RU" sz="2000" dirty="0">
                <a:solidFill>
                  <a:srgbClr val="0C5698"/>
                </a:solidFill>
                <a:latin typeface="Montserrat"/>
              </a:rPr>
              <a:t>27 апреля 2026, Хабаровский край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31C67-4A2A-7A49-E31E-D70D8DCCB1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296B14-F305-D0B9-7297-95AE6A1B7B3C}"/>
              </a:ext>
            </a:extLst>
          </p:cNvPr>
          <p:cNvSpPr/>
          <p:nvPr/>
        </p:nvSpPr>
        <p:spPr bwMode="auto">
          <a:xfrm>
            <a:off x="589140" y="5216346"/>
            <a:ext cx="7530732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Автоматизация вычислений.</a:t>
            </a:r>
          </a:p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Визуализация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FD870A-DEA8-BCD8-9A4F-FCF6C11E58A8}"/>
              </a:ext>
            </a:extLst>
          </p:cNvPr>
          <p:cNvSpPr/>
          <p:nvPr/>
        </p:nvSpPr>
        <p:spPr bwMode="auto">
          <a:xfrm>
            <a:off x="589140" y="4016017"/>
            <a:ext cx="117703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7200" dirty="0">
                <a:solidFill>
                  <a:schemeClr val="bg1"/>
                </a:solidFill>
                <a:latin typeface="Montserrat"/>
              </a:rPr>
              <a:t>1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4DA186F-A0AC-838C-6111-2FAE58425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8ACC5B-E227-E6F3-CD85-574C382508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51931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8B3FF30-9A85-3CD9-16E0-1496427AEAF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83137" name="TextBox 3">
            <a:extLst>
              <a:ext uri="{FF2B5EF4-FFF2-40B4-BE49-F238E27FC236}">
                <a16:creationId xmlns:a16="http://schemas.microsoft.com/office/drawing/2014/main" id="{4460A105-534C-37A1-C159-FB6230C44DD0}"/>
              </a:ext>
            </a:extLst>
          </p:cNvPr>
          <p:cNvSpPr txBox="1"/>
          <p:nvPr/>
        </p:nvSpPr>
        <p:spPr bwMode="auto">
          <a:xfrm>
            <a:off x="11327770" y="296569"/>
            <a:ext cx="588514" cy="400109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>
            <a:lvl1pPr>
              <a:defRPr sz="20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839509378" name="TextBox 4">
            <a:extLst>
              <a:ext uri="{FF2B5EF4-FFF2-40B4-BE49-F238E27FC236}">
                <a16:creationId xmlns:a16="http://schemas.microsoft.com/office/drawing/2014/main" id="{C41400FA-A9F3-F3D0-259D-44815B64744B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Calibri" panose="020F0502020204030204" pitchFamily="34" charset="0"/>
                <a:cs typeface="Montserrat SemiBold"/>
              </a:rPr>
              <a:t>Интерактив. Сайт</a:t>
            </a: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246367D2-97AE-76B0-04A4-79803EB450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1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5D8299-A942-20EE-32C4-DC46E21418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904" y="1878051"/>
            <a:ext cx="4683381" cy="4683381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45B8BE-F5C7-13E3-7379-FB1C343AED5C}"/>
              </a:ext>
            </a:extLst>
          </p:cNvPr>
          <p:cNvSpPr txBox="1"/>
          <p:nvPr/>
        </p:nvSpPr>
        <p:spPr>
          <a:xfrm>
            <a:off x="7532446" y="1367233"/>
            <a:ext cx="408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ascadia Code" panose="020B0609020000020004" pitchFamily="49" charset="0"/>
                <a:cs typeface="Cascadia Code" panose="020B0609020000020004" pitchFamily="49" charset="0"/>
                <a:hlinkClick r:id="rId3"/>
              </a:rPr>
              <a:t>https://rn-2026.onrender.com/</a:t>
            </a:r>
            <a:endParaRPr lang="ru-R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FBDD5-1E2B-B4A9-BE0C-1F0EF08064A1}"/>
              </a:ext>
            </a:extLst>
          </p:cNvPr>
          <p:cNvSpPr txBox="1"/>
          <p:nvPr/>
        </p:nvSpPr>
        <p:spPr>
          <a:xfrm>
            <a:off x="720001" y="1367233"/>
            <a:ext cx="580592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i="1" dirty="0"/>
              <a:t>Сайт позволяет создавать и изменять расстановки без прямого вмешательства в код. Вместо ручного создания объектов в нативном </a:t>
            </a:r>
            <a:r>
              <a:rPr lang="en-US" i="1" dirty="0"/>
              <a:t>Python</a:t>
            </a:r>
            <a:r>
              <a:rPr lang="ru-RU" i="1" dirty="0"/>
              <a:t> и последующего вызова их методов и функций,</a:t>
            </a:r>
            <a:r>
              <a:rPr lang="de-DE" i="1" dirty="0"/>
              <a:t> </a:t>
            </a:r>
            <a:r>
              <a:rPr lang="ru-RU" i="1" dirty="0"/>
              <a:t>мы можем использовать графический интерфейс сайта, что облегчает управление всей системой.</a:t>
            </a:r>
          </a:p>
          <a:p>
            <a:pPr indent="360000" algn="just">
              <a:spcBef>
                <a:spcPts val="1200"/>
              </a:spcBef>
            </a:pPr>
            <a:r>
              <a:rPr lang="ru-RU" i="1" dirty="0"/>
              <a:t>Сайт реализует базовый функционал: создание соединений между узлами, выбор координат ПС, установку точек спайки и, самое главное, автоматизированный расчёт затрат.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34B0D9-448B-61E4-034D-66611F518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1" y="4664654"/>
            <a:ext cx="5805928" cy="1896778"/>
          </a:xfrm>
          <a:prstGeom prst="rect">
            <a:avLst/>
          </a:prstGeom>
          <a:ln w="28575">
            <a:solidFill>
              <a:srgbClr val="9063CC"/>
            </a:solidFill>
          </a:ln>
        </p:spPr>
      </p:pic>
    </p:spTree>
    <p:extLst>
      <p:ext uri="{BB962C8B-B14F-4D97-AF65-F5344CB8AC3E}">
        <p14:creationId xmlns:p14="http://schemas.microsoft.com/office/powerpoint/2010/main" val="1182049041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DEA6C-DB31-138F-7934-ECABEFCC15B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5BB03B4-2E72-6583-6EBE-397E6FE49E75}"/>
              </a:ext>
            </a:extLst>
          </p:cNvPr>
          <p:cNvSpPr/>
          <p:nvPr/>
        </p:nvSpPr>
        <p:spPr bwMode="auto">
          <a:xfrm>
            <a:off x="589140" y="5216346"/>
            <a:ext cx="659224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Расчёт</a:t>
            </a:r>
          </a:p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стоимости сети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9FE249-D4B9-5EC3-3C55-6A0D302E2A39}"/>
              </a:ext>
            </a:extLst>
          </p:cNvPr>
          <p:cNvSpPr/>
          <p:nvPr/>
        </p:nvSpPr>
        <p:spPr bwMode="auto">
          <a:xfrm>
            <a:off x="540253" y="4016017"/>
            <a:ext cx="117703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7200" dirty="0">
                <a:solidFill>
                  <a:schemeClr val="bg1"/>
                </a:solidFill>
                <a:latin typeface="Montserrat"/>
              </a:rPr>
              <a:t>2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680FF6-7A5F-C97A-179F-01B571032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2B204A1-CFBA-9E79-E7F7-BE50183E2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8315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9209729-D943-1A66-AA88-D8416892FD9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83137" name="TextBox 3">
            <a:extLst>
              <a:ext uri="{FF2B5EF4-FFF2-40B4-BE49-F238E27FC236}">
                <a16:creationId xmlns:a16="http://schemas.microsoft.com/office/drawing/2014/main" id="{7D42D029-C3E2-460B-6393-4B06329839E0}"/>
              </a:ext>
            </a:extLst>
          </p:cNvPr>
          <p:cNvSpPr txBox="1"/>
          <p:nvPr/>
        </p:nvSpPr>
        <p:spPr bwMode="auto">
          <a:xfrm>
            <a:off x="11327770" y="296569"/>
            <a:ext cx="588514" cy="400109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>
            <a:lvl1pPr>
              <a:defRPr sz="20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839509378" name="TextBox 4">
            <a:extLst>
              <a:ext uri="{FF2B5EF4-FFF2-40B4-BE49-F238E27FC236}">
                <a16:creationId xmlns:a16="http://schemas.microsoft.com/office/drawing/2014/main" id="{2EC9B52F-CC38-E233-4A02-2049F9F5B417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Calibri" panose="020F0502020204030204" pitchFamily="34" charset="0"/>
                <a:cs typeface="Montserrat SemiBold"/>
              </a:rPr>
              <a:t>Упрощения</a:t>
            </a: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D829867F-7701-3F7E-0817-FA76F65520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2</a:t>
            </a:r>
          </a:p>
        </p:txBody>
      </p:sp>
      <p:sp>
        <p:nvSpPr>
          <p:cNvPr id="250953633" name="Прямоугольник 2">
            <a:extLst>
              <a:ext uri="{FF2B5EF4-FFF2-40B4-BE49-F238E27FC236}">
                <a16:creationId xmlns:a16="http://schemas.microsoft.com/office/drawing/2014/main" id="{2D61EFFC-16D4-8706-7401-3A4DF6812043}"/>
              </a:ext>
            </a:extLst>
          </p:cNvPr>
          <p:cNvSpPr/>
          <p:nvPr/>
        </p:nvSpPr>
        <p:spPr bwMode="auto">
          <a:xfrm>
            <a:off x="720000" y="1370996"/>
            <a:ext cx="10627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>
              <a:spcAft>
                <a:spcPts val="1200"/>
              </a:spcAft>
              <a:defRPr/>
            </a:pPr>
            <a:r>
              <a:rPr lang="ru-RU" i="1" dirty="0"/>
              <a:t>Как я уже упомянул ранее, нам придётся жертвовать креативностью ради сохранения машинного расчёта стоимости. Одна из главных потерь, с которой придётся смириться — мы не можем использовать ни разъединителей, ни </a:t>
            </a:r>
            <a:r>
              <a:rPr lang="ru-RU" i="1" dirty="0" err="1"/>
              <a:t>реклоузеров</a:t>
            </a:r>
            <a:r>
              <a:rPr lang="ru-RU" i="1" dirty="0"/>
              <a:t>. Дело в том, что у меня банально не хватает ни навыков, ни времени для валидного расчёта стоимости с ними. Я пытался (именно поэтому были реализации классов Equipment, </a:t>
            </a:r>
            <a:r>
              <a:rPr lang="ru-RU" i="1" dirty="0" err="1"/>
              <a:t>ManualSwitch</a:t>
            </a:r>
            <a:r>
              <a:rPr lang="ru-RU" i="1" dirty="0"/>
              <a:t>, </a:t>
            </a:r>
            <a:r>
              <a:rPr lang="ru-RU" i="1" dirty="0" err="1"/>
              <a:t>AutoSwitch</a:t>
            </a:r>
            <a:r>
              <a:rPr lang="ru-RU" i="1" dirty="0"/>
              <a:t>, </a:t>
            </a:r>
            <a:r>
              <a:rPr lang="ru-RU" i="1" dirty="0" err="1"/>
              <a:t>SubstationSwitch</a:t>
            </a:r>
            <a:r>
              <a:rPr lang="ru-RU" i="1" dirty="0"/>
              <a:t>), но ничего не получалось.</a:t>
            </a:r>
          </a:p>
          <a:p>
            <a:pPr indent="360000">
              <a:spcAft>
                <a:spcPts val="1200"/>
              </a:spcAft>
              <a:defRPr/>
            </a:pPr>
            <a:r>
              <a:rPr lang="ru-RU" i="1" dirty="0"/>
              <a:t>Второе упрощение — отказ от использования сетей с циклами и переход к деревьям. На первый взгляд может показаться, что это безрассудно, но на самом деле чуть позже я покажу математически, что без разъединителей и </a:t>
            </a:r>
            <a:r>
              <a:rPr lang="ru-RU" i="1" dirty="0" err="1"/>
              <a:t>реклоузеров</a:t>
            </a:r>
            <a:r>
              <a:rPr lang="ru-RU" i="1" dirty="0"/>
              <a:t>, в любой сети, отличной от дерева, нет никакого смысла.</a:t>
            </a:r>
          </a:p>
          <a:p>
            <a:pPr indent="360000">
              <a:spcAft>
                <a:spcPts val="1200"/>
              </a:spcAft>
              <a:defRPr/>
            </a:pPr>
            <a:r>
              <a:rPr lang="ru-RU" i="1" dirty="0"/>
              <a:t>Приняв такие упрощения во внимания, перейдём к самому расчёту стоимости сети.</a:t>
            </a:r>
          </a:p>
        </p:txBody>
      </p:sp>
    </p:spTree>
    <p:extLst>
      <p:ext uri="{BB962C8B-B14F-4D97-AF65-F5344CB8AC3E}">
        <p14:creationId xmlns:p14="http://schemas.microsoft.com/office/powerpoint/2010/main" val="2447423466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B79A9BA-21DE-1051-449B-60E4C52BE12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83137" name="TextBox 3">
            <a:extLst>
              <a:ext uri="{FF2B5EF4-FFF2-40B4-BE49-F238E27FC236}">
                <a16:creationId xmlns:a16="http://schemas.microsoft.com/office/drawing/2014/main" id="{B2E30D16-D55E-A257-176C-B1455A026F64}"/>
              </a:ext>
            </a:extLst>
          </p:cNvPr>
          <p:cNvSpPr txBox="1"/>
          <p:nvPr/>
        </p:nvSpPr>
        <p:spPr bwMode="auto">
          <a:xfrm>
            <a:off x="11327770" y="296569"/>
            <a:ext cx="588514" cy="400109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>
            <a:lvl1pPr>
              <a:defRPr sz="20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839509378" name="TextBox 4">
            <a:extLst>
              <a:ext uri="{FF2B5EF4-FFF2-40B4-BE49-F238E27FC236}">
                <a16:creationId xmlns:a16="http://schemas.microsoft.com/office/drawing/2014/main" id="{39A41A55-F9A3-26E8-4F0E-FE74A331AC0B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4F94A0EB-C4CF-E593-19B2-9D8A00560D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0953633" name="Прямоугольник 2">
                <a:extLst>
                  <a:ext uri="{FF2B5EF4-FFF2-40B4-BE49-F238E27FC236}">
                    <a16:creationId xmlns:a16="http://schemas.microsoft.com/office/drawing/2014/main" id="{590DD5CD-93CB-A822-24BC-A6F8363771ED}"/>
                  </a:ext>
                </a:extLst>
              </p:cNvPr>
              <p:cNvSpPr/>
              <p:nvPr/>
            </p:nvSpPr>
            <p:spPr bwMode="auto">
              <a:xfrm>
                <a:off x="5010196" y="316739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0953633" name="Прямоугольник 2">
                <a:extLst>
                  <a:ext uri="{FF2B5EF4-FFF2-40B4-BE49-F238E27FC236}">
                    <a16:creationId xmlns:a16="http://schemas.microsoft.com/office/drawing/2014/main" id="{590DD5CD-93CB-A822-24BC-A6F836377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0196" y="316739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E43761-38BA-33F4-A931-97E1B9A1B26B}"/>
                  </a:ext>
                </a:extLst>
              </p:cNvPr>
              <p:cNvSpPr txBox="1"/>
              <p:nvPr/>
            </p:nvSpPr>
            <p:spPr>
              <a:xfrm>
                <a:off x="3381892" y="1821627"/>
                <a:ext cx="5541197" cy="1137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⋅500000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E43761-38BA-33F4-A931-97E1B9A1B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92" y="1821627"/>
                <a:ext cx="5541197" cy="1137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6F161F-7637-D3A7-C4B1-C6F7010AF4B8}"/>
                  </a:ext>
                </a:extLst>
              </p:cNvPr>
              <p:cNvSpPr txBox="1"/>
              <p:nvPr/>
            </p:nvSpPr>
            <p:spPr bwMode="auto">
              <a:xfrm>
                <a:off x="3660365" y="3063184"/>
                <a:ext cx="49842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+500000⋅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6F161F-7637-D3A7-C4B1-C6F7010AF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0365" y="3063184"/>
                <a:ext cx="49842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2">
                <a:extLst>
                  <a:ext uri="{FF2B5EF4-FFF2-40B4-BE49-F238E27FC236}">
                    <a16:creationId xmlns:a16="http://schemas.microsoft.com/office/drawing/2014/main" id="{15DA2ACD-DA92-6BB9-2A76-B3FDD2287F49}"/>
                  </a:ext>
                </a:extLst>
              </p:cNvPr>
              <p:cNvSpPr/>
              <p:nvPr/>
            </p:nvSpPr>
            <p:spPr bwMode="auto">
              <a:xfrm>
                <a:off x="3824748" y="2905780"/>
                <a:ext cx="53782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+50⋅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2">
                <a:extLst>
                  <a:ext uri="{FF2B5EF4-FFF2-40B4-BE49-F238E27FC236}">
                    <a16:creationId xmlns:a16="http://schemas.microsoft.com/office/drawing/2014/main" id="{15DA2ACD-DA92-6BB9-2A76-B3FDD2287F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4748" y="2905780"/>
                <a:ext cx="537824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2">
                <a:extLst>
                  <a:ext uri="{FF2B5EF4-FFF2-40B4-BE49-F238E27FC236}">
                    <a16:creationId xmlns:a16="http://schemas.microsoft.com/office/drawing/2014/main" id="{4103690A-AFBF-ACFD-AD87-8B5918E8774E}"/>
                  </a:ext>
                </a:extLst>
              </p:cNvPr>
              <p:cNvSpPr/>
              <p:nvPr/>
            </p:nvSpPr>
            <p:spPr bwMode="auto">
              <a:xfrm>
                <a:off x="2999487" y="3482433"/>
                <a:ext cx="7028768" cy="11378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200⋅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+50⋅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2">
                <a:extLst>
                  <a:ext uri="{FF2B5EF4-FFF2-40B4-BE49-F238E27FC236}">
                    <a16:creationId xmlns:a16="http://schemas.microsoft.com/office/drawing/2014/main" id="{4103690A-AFBF-ACFD-AD87-8B5918E877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9487" y="3482433"/>
                <a:ext cx="7028768" cy="11378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2">
                <a:extLst>
                  <a:ext uri="{FF2B5EF4-FFF2-40B4-BE49-F238E27FC236}">
                    <a16:creationId xmlns:a16="http://schemas.microsoft.com/office/drawing/2014/main" id="{4445AB46-D7C7-729F-EB60-126ABBE2FE32}"/>
                  </a:ext>
                </a:extLst>
              </p:cNvPr>
              <p:cNvSpPr/>
              <p:nvPr/>
            </p:nvSpPr>
            <p:spPr bwMode="auto">
              <a:xfrm>
                <a:off x="205274" y="5394670"/>
                <a:ext cx="4721290" cy="12679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=6⋅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2">
                <a:extLst>
                  <a:ext uri="{FF2B5EF4-FFF2-40B4-BE49-F238E27FC236}">
                    <a16:creationId xmlns:a16="http://schemas.microsoft.com/office/drawing/2014/main" id="{4445AB46-D7C7-729F-EB60-126ABBE2F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274" y="5394670"/>
                <a:ext cx="4721290" cy="12679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2">
                <a:extLst>
                  <a:ext uri="{FF2B5EF4-FFF2-40B4-BE49-F238E27FC236}">
                    <a16:creationId xmlns:a16="http://schemas.microsoft.com/office/drawing/2014/main" id="{CC9E9041-B479-3F08-E54E-256ACA9233C0}"/>
                  </a:ext>
                </a:extLst>
              </p:cNvPr>
              <p:cNvSpPr/>
              <p:nvPr/>
            </p:nvSpPr>
            <p:spPr bwMode="auto">
              <a:xfrm>
                <a:off x="2999487" y="4620309"/>
                <a:ext cx="70287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2">
                <a:extLst>
                  <a:ext uri="{FF2B5EF4-FFF2-40B4-BE49-F238E27FC236}">
                    <a16:creationId xmlns:a16="http://schemas.microsoft.com/office/drawing/2014/main" id="{CC9E9041-B479-3F08-E54E-256ACA923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9487" y="4620309"/>
                <a:ext cx="702876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Прямоугольник 2">
                <a:extLst>
                  <a:ext uri="{FF2B5EF4-FFF2-40B4-BE49-F238E27FC236}">
                    <a16:creationId xmlns:a16="http://schemas.microsoft.com/office/drawing/2014/main" id="{4592C48C-196C-7805-B063-A2BDBE11741A}"/>
                  </a:ext>
                </a:extLst>
              </p:cNvPr>
              <p:cNvSpPr/>
              <p:nvPr/>
            </p:nvSpPr>
            <p:spPr bwMode="auto">
              <a:xfrm>
                <a:off x="5102942" y="5204771"/>
                <a:ext cx="28218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=128000⋅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Прямоугольник 2">
                <a:extLst>
                  <a:ext uri="{FF2B5EF4-FFF2-40B4-BE49-F238E27FC236}">
                    <a16:creationId xmlns:a16="http://schemas.microsoft.com/office/drawing/2014/main" id="{4592C48C-196C-7805-B063-A2BDBE1174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2942" y="5204771"/>
                <a:ext cx="282185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2">
                <a:extLst>
                  <a:ext uri="{FF2B5EF4-FFF2-40B4-BE49-F238E27FC236}">
                    <a16:creationId xmlns:a16="http://schemas.microsoft.com/office/drawing/2014/main" id="{69A58711-F039-FDC8-5A36-9B7DFF63BBD4}"/>
                  </a:ext>
                </a:extLst>
              </p:cNvPr>
              <p:cNvSpPr/>
              <p:nvPr/>
            </p:nvSpPr>
            <p:spPr bwMode="auto">
              <a:xfrm>
                <a:off x="2295525" y="3167390"/>
                <a:ext cx="760095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=150000⋅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+628000⋅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Прямоугольник 2">
                <a:extLst>
                  <a:ext uri="{FF2B5EF4-FFF2-40B4-BE49-F238E27FC236}">
                    <a16:creationId xmlns:a16="http://schemas.microsoft.com/office/drawing/2014/main" id="{69A58711-F039-FDC8-5A36-9B7DFF63B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5525" y="3167390"/>
                <a:ext cx="7600950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97142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5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9536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0953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0953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979 -0.28657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509536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90" y="-1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22222E-6 L -0.253 -0.1879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56" y="-93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7.40741E-7 L -0.36744 -0.41597 " pathEditMode="relative" rAng="0" ptsTypes="AA">
                                      <p:cBhvr>
                                        <p:cTn id="73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72" y="-2081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0953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95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53633" grpId="0"/>
      <p:bldP spid="250953633" grpId="1"/>
      <p:bldP spid="250953633" grpId="2"/>
      <p:bldP spid="2" grpId="0"/>
      <p:bldP spid="2" grpId="1"/>
      <p:bldP spid="3" grpId="0"/>
      <p:bldP spid="3" grpId="1"/>
      <p:bldP spid="3" grpId="2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  <p:bldP spid="9" grpId="2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92252-3CCB-2D74-2E7F-CFB5CD64E1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E3DDE6-2154-3EF7-525D-D95C66DC1648}"/>
              </a:ext>
            </a:extLst>
          </p:cNvPr>
          <p:cNvSpPr/>
          <p:nvPr/>
        </p:nvSpPr>
        <p:spPr bwMode="auto">
          <a:xfrm>
            <a:off x="589140" y="5216346"/>
            <a:ext cx="691656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Стратегии</a:t>
            </a:r>
          </a:p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оптимальных расстановок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CB5AA1-2BD8-FC24-E27B-CB0D5240F260}"/>
              </a:ext>
            </a:extLst>
          </p:cNvPr>
          <p:cNvSpPr/>
          <p:nvPr/>
        </p:nvSpPr>
        <p:spPr bwMode="auto">
          <a:xfrm>
            <a:off x="540253" y="4016017"/>
            <a:ext cx="117703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en-US" sz="7200" dirty="0">
                <a:solidFill>
                  <a:schemeClr val="bg1"/>
                </a:solidFill>
                <a:latin typeface="Montserrat"/>
              </a:rPr>
              <a:t>3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11FD5F-1C8C-B062-9045-95F6F94C6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4AEC5F-CE6C-032E-51FE-2CD2D9298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98755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B03AC5-F205-8427-D474-E1BD6C67784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83137" name="TextBox 3">
            <a:extLst>
              <a:ext uri="{FF2B5EF4-FFF2-40B4-BE49-F238E27FC236}">
                <a16:creationId xmlns:a16="http://schemas.microsoft.com/office/drawing/2014/main" id="{408901B3-9FCA-6FC6-9522-5D923B4E1D35}"/>
              </a:ext>
            </a:extLst>
          </p:cNvPr>
          <p:cNvSpPr txBox="1"/>
          <p:nvPr/>
        </p:nvSpPr>
        <p:spPr bwMode="auto">
          <a:xfrm>
            <a:off x="11327770" y="296569"/>
            <a:ext cx="588514" cy="400109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>
            <a:lvl1pPr>
              <a:defRPr sz="20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839509378" name="TextBox 4">
            <a:extLst>
              <a:ext uri="{FF2B5EF4-FFF2-40B4-BE49-F238E27FC236}">
                <a16:creationId xmlns:a16="http://schemas.microsoft.com/office/drawing/2014/main" id="{D8B59B04-94F1-3721-FC4C-BB395F664486}"/>
              </a:ext>
            </a:extLst>
          </p:cNvPr>
          <p:cNvSpPr txBox="1"/>
          <p:nvPr/>
        </p:nvSpPr>
        <p:spPr bwMode="auto">
          <a:xfrm>
            <a:off x="720000" y="540000"/>
            <a:ext cx="9662250" cy="400110"/>
          </a:xfrm>
          <a:prstGeom prst="rect">
            <a:avLst/>
          </a:prstGeom>
          <a:ln w="12700">
            <a:miter lim="400000"/>
          </a:ln>
        </p:spPr>
        <p:txBody>
          <a:bodyPr wrap="square"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1. Централизованная структура вокруг наибольших мощностей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C8929412-1C1C-5DE1-AD7C-E78787D8F4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597E5C-4DF8-E2EB-6C90-2C2126084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7" y="1095375"/>
            <a:ext cx="5537925" cy="53079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E90988-B1D7-E08E-A9D8-E2C0DC71A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081" y="1095375"/>
            <a:ext cx="5307922" cy="53079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02BD5F-F086-9B57-BF52-96AFCD026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080" y="1095374"/>
            <a:ext cx="5307921" cy="53079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41405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0F7AB7C-8107-403B-2032-2B1090389E4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83137" name="TextBox 3">
            <a:extLst>
              <a:ext uri="{FF2B5EF4-FFF2-40B4-BE49-F238E27FC236}">
                <a16:creationId xmlns:a16="http://schemas.microsoft.com/office/drawing/2014/main" id="{2E17E16C-F342-A1D8-F755-1002F05335E8}"/>
              </a:ext>
            </a:extLst>
          </p:cNvPr>
          <p:cNvSpPr txBox="1"/>
          <p:nvPr/>
        </p:nvSpPr>
        <p:spPr bwMode="auto">
          <a:xfrm>
            <a:off x="11327770" y="296569"/>
            <a:ext cx="588514" cy="400109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>
            <a:lvl1pPr>
              <a:defRPr sz="20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9509378" name="TextBox 4">
                <a:extLst>
                  <a:ext uri="{FF2B5EF4-FFF2-40B4-BE49-F238E27FC236}">
                    <a16:creationId xmlns:a16="http://schemas.microsoft.com/office/drawing/2014/main" id="{0E2817FC-1064-27E2-E638-EC083DF243FE}"/>
                  </a:ext>
                </a:extLst>
              </p:cNvPr>
              <p:cNvSpPr txBox="1"/>
              <p:nvPr/>
            </p:nvSpPr>
            <p:spPr bwMode="auto">
              <a:xfrm>
                <a:off x="720000" y="540000"/>
                <a:ext cx="8184783" cy="40011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45718" rIns="45718">
                <a:spAutoFit/>
              </a:bodyPr>
              <a:lstStyle/>
              <a:p>
                <a:pPr marL="0" marR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sz="2000">
                    <a:latin typeface="PFDinTextCondPro-Medium"/>
                    <a:ea typeface="PFDinTextCondPro-Medium"/>
                    <a:cs typeface="PFDinTextCondPro-Medium"/>
                  </a:defRPr>
                </a:pPr>
                <a:r>
                  <a:rPr lang="ru-RU" sz="2000" b="0" i="0" u="none" strike="noStrike" cap="none" spc="0" dirty="0">
                    <a:solidFill>
                      <a:schemeClr val="tx1"/>
                    </a:solidFill>
                    <a:latin typeface="Montserrat SemiBold"/>
                    <a:ea typeface="Calibri" panose="020F0502020204030204" pitchFamily="34" charset="0"/>
                    <a:cs typeface="Montserrat SemiBold"/>
                  </a:rPr>
                  <a:t>2. Древовидная структура с единичным корнем в </a:t>
                </a:r>
                <a14:m>
                  <m:oMath xmlns:m="http://schemas.openxmlformats.org/officeDocument/2006/math">
                    <m:r>
                      <a:rPr lang="en-US" sz="2000" b="0" i="1" u="none" strike="noStrike" cap="none" spc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Montserrat SemiBold"/>
                      </a:rPr>
                      <m:t>(12.5, 0)</m:t>
                    </m:r>
                  </m:oMath>
                </a14:m>
                <a:endParaRPr lang="ru-RU" sz="2000" b="0" i="0" u="none" strike="noStrike" cap="none" spc="0" dirty="0">
                  <a:solidFill>
                    <a:schemeClr val="tx1"/>
                  </a:solidFill>
                  <a:latin typeface="Montserrat SemiBold"/>
                  <a:ea typeface="Calibri" panose="020F0502020204030204" pitchFamily="34" charset="0"/>
                  <a:cs typeface="Montserrat SemiBold"/>
                </a:endParaRPr>
              </a:p>
            </p:txBody>
          </p:sp>
        </mc:Choice>
        <mc:Fallback>
          <p:sp>
            <p:nvSpPr>
              <p:cNvPr id="839509378" name="TextBox 4">
                <a:extLst>
                  <a:ext uri="{FF2B5EF4-FFF2-40B4-BE49-F238E27FC236}">
                    <a16:creationId xmlns:a16="http://schemas.microsoft.com/office/drawing/2014/main" id="{0E2817FC-1064-27E2-E638-EC083DF24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000" y="540000"/>
                <a:ext cx="8184783" cy="400110"/>
              </a:xfrm>
              <a:prstGeom prst="rect">
                <a:avLst/>
              </a:prstGeom>
              <a:blipFill>
                <a:blip r:embed="rId2"/>
                <a:stretch>
                  <a:fillRect l="-1340" t="-7692" b="-292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B6BC1EF2-F0FE-9EF0-6C91-F38A788696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9E25CB-2A83-7E92-97A1-3694ABFF5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557" y="1250699"/>
            <a:ext cx="5214885" cy="52148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24934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25085" name="TextBox 4"/>
          <p:cNvSpPr txBox="1"/>
          <p:nvPr/>
        </p:nvSpPr>
        <p:spPr bwMode="auto">
          <a:xfrm>
            <a:off x="540000" y="1800000"/>
            <a:ext cx="6551596" cy="707886"/>
          </a:xfrm>
          <a:prstGeom prst="rect">
            <a:avLst/>
          </a:prstGeom>
          <a:ln w="12700">
            <a:miter lim="400000"/>
          </a:ln>
        </p:spPr>
        <p:txBody>
          <a:bodyPr wrap="square" lIns="45718" rIns="45718">
            <a:spAutoFit/>
          </a:bodyPr>
          <a:lstStyle/>
          <a:p>
            <a:pPr algn="ctr"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4000" dirty="0">
                <a:solidFill>
                  <a:schemeClr val="bg1"/>
                </a:solidFill>
                <a:latin typeface="Montserrat SemiBold" panose="00000700000000000000" pitchFamily="2" charset="-52"/>
                <a:ea typeface="Calibri" panose="020F0502020204030204" pitchFamily="34" charset="0"/>
                <a:cs typeface="Calibri" panose="020F0502020204030204" pitchFamily="34" charset="0"/>
              </a:rPr>
              <a:t>Спасибо за внимание!</a:t>
            </a:r>
            <a:endParaRPr lang="ru-RU" dirty="0">
              <a:solidFill>
                <a:schemeClr val="bg1"/>
              </a:solidFill>
              <a:latin typeface="Montserrat SemiBold" panose="00000700000000000000" pitchFamily="2" charset="-52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E06B0A-CF95-6975-65AC-F019D0EE3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9BE469-05DF-43D2-9129-2FE01EC36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FB70E422-866A-22D7-6DFF-262B05A0AD7D}"/>
              </a:ext>
            </a:extLst>
          </p:cNvPr>
          <p:cNvSpPr/>
          <p:nvPr/>
        </p:nvSpPr>
        <p:spPr bwMode="auto">
          <a:xfrm>
            <a:off x="-6324" y="1773453"/>
            <a:ext cx="12200365" cy="5102260"/>
          </a:xfrm>
          <a:custGeom>
            <a:avLst/>
            <a:gdLst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14300 w 13506450"/>
              <a:gd name="connsiteY7" fmla="*/ 6877050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6808128 w 13506450"/>
              <a:gd name="connsiteY1" fmla="*/ 201716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7216739"/>
              <a:gd name="connsiteX1" fmla="*/ 6808128 w 13506450"/>
              <a:gd name="connsiteY1" fmla="*/ 201716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725934 w 13506450"/>
              <a:gd name="connsiteY1" fmla="*/ 2058256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206768 w 13506450"/>
              <a:gd name="connsiteY7" fmla="*/ 5716069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42381 w 13506450"/>
              <a:gd name="connsiteY7" fmla="*/ 5952375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316217 w 13506450"/>
              <a:gd name="connsiteY6" fmla="*/ 5983198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19263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19263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8989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84475 w 13494891"/>
              <a:gd name="connsiteY4" fmla="*/ 5700759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41779 w 13494891"/>
              <a:gd name="connsiteY4" fmla="*/ 5747013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304658 w 13494891"/>
              <a:gd name="connsiteY7" fmla="*/ 5983198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907036 w 13494891"/>
              <a:gd name="connsiteY5" fmla="*/ 5747295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708 w 13486610"/>
              <a:gd name="connsiteY0" fmla="*/ 4825001 h 5805300"/>
              <a:gd name="connsiteX1" fmla="*/ 6942399 w 13486610"/>
              <a:gd name="connsiteY1" fmla="*/ 1945240 h 5805300"/>
              <a:gd name="connsiteX2" fmla="*/ 7234143 w 13486610"/>
              <a:gd name="connsiteY2" fmla="*/ 3158447 h 5805300"/>
              <a:gd name="connsiteX3" fmla="*/ 13486610 w 13486610"/>
              <a:gd name="connsiteY3" fmla="*/ 0 h 5805300"/>
              <a:gd name="connsiteX4" fmla="*/ 7933498 w 13486610"/>
              <a:gd name="connsiteY4" fmla="*/ 5747013 h 5805300"/>
              <a:gd name="connsiteX5" fmla="*/ 5898755 w 13486610"/>
              <a:gd name="connsiteY5" fmla="*/ 5747295 h 5805300"/>
              <a:gd name="connsiteX6" fmla="*/ 5591562 w 13486610"/>
              <a:gd name="connsiteY6" fmla="*/ 5058738 h 5805300"/>
              <a:gd name="connsiteX7" fmla="*/ 4630827 w 13486610"/>
              <a:gd name="connsiteY7" fmla="*/ 5748372 h 5805300"/>
              <a:gd name="connsiteX8" fmla="*/ 2393 w 13486610"/>
              <a:gd name="connsiteY8" fmla="*/ 5805300 h 5805300"/>
              <a:gd name="connsiteX9" fmla="*/ 708 w 13486610"/>
              <a:gd name="connsiteY9" fmla="*/ 4825001 h 5805300"/>
              <a:gd name="connsiteX0" fmla="*/ 129 w 13486031"/>
              <a:gd name="connsiteY0" fmla="*/ 4825001 h 5748372"/>
              <a:gd name="connsiteX1" fmla="*/ 6941820 w 13486031"/>
              <a:gd name="connsiteY1" fmla="*/ 1945240 h 5748372"/>
              <a:gd name="connsiteX2" fmla="*/ 7233564 w 13486031"/>
              <a:gd name="connsiteY2" fmla="*/ 3158447 h 5748372"/>
              <a:gd name="connsiteX3" fmla="*/ 13486031 w 13486031"/>
              <a:gd name="connsiteY3" fmla="*/ 0 h 5748372"/>
              <a:gd name="connsiteX4" fmla="*/ 7932919 w 13486031"/>
              <a:gd name="connsiteY4" fmla="*/ 5747013 h 5748372"/>
              <a:gd name="connsiteX5" fmla="*/ 5898176 w 13486031"/>
              <a:gd name="connsiteY5" fmla="*/ 5747295 h 5748372"/>
              <a:gd name="connsiteX6" fmla="*/ 5590983 w 13486031"/>
              <a:gd name="connsiteY6" fmla="*/ 5058738 h 5748372"/>
              <a:gd name="connsiteX7" fmla="*/ 4630248 w 13486031"/>
              <a:gd name="connsiteY7" fmla="*/ 5748372 h 5748372"/>
              <a:gd name="connsiteX8" fmla="*/ 44510 w 13486031"/>
              <a:gd name="connsiteY8" fmla="*/ 5648749 h 5748372"/>
              <a:gd name="connsiteX9" fmla="*/ 129 w 13486031"/>
              <a:gd name="connsiteY9" fmla="*/ 4825001 h 5748372"/>
              <a:gd name="connsiteX0" fmla="*/ 8989 w 13494891"/>
              <a:gd name="connsiteY0" fmla="*/ 4825001 h 5748372"/>
              <a:gd name="connsiteX1" fmla="*/ 6950680 w 13494891"/>
              <a:gd name="connsiteY1" fmla="*/ 1945240 h 5748372"/>
              <a:gd name="connsiteX2" fmla="*/ 7242424 w 13494891"/>
              <a:gd name="connsiteY2" fmla="*/ 3158447 h 5748372"/>
              <a:gd name="connsiteX3" fmla="*/ 13494891 w 13494891"/>
              <a:gd name="connsiteY3" fmla="*/ 0 h 5748372"/>
              <a:gd name="connsiteX4" fmla="*/ 7941779 w 13494891"/>
              <a:gd name="connsiteY4" fmla="*/ 5747013 h 5748372"/>
              <a:gd name="connsiteX5" fmla="*/ 5907036 w 13494891"/>
              <a:gd name="connsiteY5" fmla="*/ 5747295 h 5748372"/>
              <a:gd name="connsiteX6" fmla="*/ 5599843 w 13494891"/>
              <a:gd name="connsiteY6" fmla="*/ 5058738 h 5748372"/>
              <a:gd name="connsiteX7" fmla="*/ 4639108 w 13494891"/>
              <a:gd name="connsiteY7" fmla="*/ 5748372 h 5748372"/>
              <a:gd name="connsiteX8" fmla="*/ 0 w 13494891"/>
              <a:gd name="connsiteY8" fmla="*/ 5744814 h 5748372"/>
              <a:gd name="connsiteX9" fmla="*/ 8989 w 13494891"/>
              <a:gd name="connsiteY9" fmla="*/ 4825001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3497283 w 13497283"/>
              <a:gd name="connsiteY3" fmla="*/ 0 h 5748372"/>
              <a:gd name="connsiteX4" fmla="*/ 7944171 w 13497283"/>
              <a:gd name="connsiteY4" fmla="*/ 5747013 h 5748372"/>
              <a:gd name="connsiteX5" fmla="*/ 5909428 w 13497283"/>
              <a:gd name="connsiteY5" fmla="*/ 5747295 h 5748372"/>
              <a:gd name="connsiteX6" fmla="*/ 5602235 w 13497283"/>
              <a:gd name="connsiteY6" fmla="*/ 5058738 h 5748372"/>
              <a:gd name="connsiteX7" fmla="*/ 4641500 w 13497283"/>
              <a:gd name="connsiteY7" fmla="*/ 5748372 h 5748372"/>
              <a:gd name="connsiteX8" fmla="*/ 2392 w 13497283"/>
              <a:gd name="connsiteY8" fmla="*/ 5744814 h 5748372"/>
              <a:gd name="connsiteX9" fmla="*/ 707 w 13497283"/>
              <a:gd name="connsiteY9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257081 w 13497283"/>
              <a:gd name="connsiteY3" fmla="*/ 613324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198792 w 13497283"/>
              <a:gd name="connsiteY3" fmla="*/ 646112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2200365"/>
              <a:gd name="connsiteY0" fmla="*/ 4186005 h 5102260"/>
              <a:gd name="connsiteX1" fmla="*/ 6953072 w 12200365"/>
              <a:gd name="connsiteY1" fmla="*/ 1299128 h 5102260"/>
              <a:gd name="connsiteX2" fmla="*/ 7244816 w 12200365"/>
              <a:gd name="connsiteY2" fmla="*/ 2512335 h 5102260"/>
              <a:gd name="connsiteX3" fmla="*/ 12198792 w 12200365"/>
              <a:gd name="connsiteY3" fmla="*/ 0 h 5102260"/>
              <a:gd name="connsiteX4" fmla="*/ 12200365 w 12200365"/>
              <a:gd name="connsiteY4" fmla="*/ 698165 h 5102260"/>
              <a:gd name="connsiteX5" fmla="*/ 7944171 w 12200365"/>
              <a:gd name="connsiteY5" fmla="*/ 5100901 h 5102260"/>
              <a:gd name="connsiteX6" fmla="*/ 5909428 w 12200365"/>
              <a:gd name="connsiteY6" fmla="*/ 5101183 h 5102260"/>
              <a:gd name="connsiteX7" fmla="*/ 5602235 w 12200365"/>
              <a:gd name="connsiteY7" fmla="*/ 4412626 h 5102260"/>
              <a:gd name="connsiteX8" fmla="*/ 4641500 w 12200365"/>
              <a:gd name="connsiteY8" fmla="*/ 5102260 h 5102260"/>
              <a:gd name="connsiteX9" fmla="*/ 2392 w 12200365"/>
              <a:gd name="connsiteY9" fmla="*/ 5098702 h 5102260"/>
              <a:gd name="connsiteX10" fmla="*/ 707 w 12200365"/>
              <a:gd name="connsiteY10" fmla="*/ 4186005 h 5102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00365" h="5102260" extrusionOk="0">
                <a:moveTo>
                  <a:pt x="707" y="4186005"/>
                </a:moveTo>
                <a:lnTo>
                  <a:pt x="6953072" y="1299128"/>
                </a:lnTo>
                <a:lnTo>
                  <a:pt x="7244816" y="2512335"/>
                </a:lnTo>
                <a:lnTo>
                  <a:pt x="12198792" y="0"/>
                </a:lnTo>
                <a:cubicBezTo>
                  <a:pt x="12199316" y="232722"/>
                  <a:pt x="12199841" y="465443"/>
                  <a:pt x="12200365" y="698165"/>
                </a:cubicBezTo>
                <a:lnTo>
                  <a:pt x="7944171" y="5100901"/>
                </a:lnTo>
                <a:lnTo>
                  <a:pt x="5909428" y="5101183"/>
                </a:lnTo>
                <a:lnTo>
                  <a:pt x="5602235" y="4412626"/>
                </a:lnTo>
                <a:lnTo>
                  <a:pt x="4641500" y="5102260"/>
                </a:lnTo>
                <a:lnTo>
                  <a:pt x="2392" y="5098702"/>
                </a:lnTo>
                <a:cubicBezTo>
                  <a:pt x="5388" y="4712636"/>
                  <a:pt x="-2289" y="4572071"/>
                  <a:pt x="707" y="4186005"/>
                </a:cubicBezTo>
                <a:close/>
              </a:path>
            </a:pathLst>
          </a:custGeom>
          <a:solidFill>
            <a:srgbClr val="B1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364</Words>
  <Application>Microsoft Office PowerPoint</Application>
  <DocSecurity>0</DocSecurity>
  <PresentationFormat>Широкоэкранный</PresentationFormat>
  <Paragraphs>44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Cambria Math</vt:lpstr>
      <vt:lpstr>Times New Roman</vt:lpstr>
      <vt:lpstr>Calibri</vt:lpstr>
      <vt:lpstr>Montserrat SemiBold</vt:lpstr>
      <vt:lpstr>Montserrat</vt:lpstr>
      <vt:lpstr>Arial</vt:lpstr>
      <vt:lpstr>Cascadia Code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Ekaterina Sotski</dc:creator>
  <cp:keywords/>
  <dc:description/>
  <cp:lastModifiedBy>Vladimir Emelianenko</cp:lastModifiedBy>
  <cp:revision>17</cp:revision>
  <dcterms:created xsi:type="dcterms:W3CDTF">2025-11-28T08:06:23Z</dcterms:created>
  <dcterms:modified xsi:type="dcterms:W3CDTF">2026-04-19T00:52:14Z</dcterms:modified>
  <cp:category/>
  <dc:identifier/>
  <cp:contentStatus/>
  <dc:language/>
  <cp:version/>
</cp:coreProperties>
</file>