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9"/>
  </p:notesMasterIdLst>
  <p:sldIdLst>
    <p:sldId id="256" r:id="rId2"/>
    <p:sldId id="284" r:id="rId3"/>
    <p:sldId id="287" r:id="rId4"/>
    <p:sldId id="285" r:id="rId5"/>
    <p:sldId id="288" r:id="rId6"/>
    <p:sldId id="298" r:id="rId7"/>
    <p:sldId id="300" r:id="rId8"/>
    <p:sldId id="299" r:id="rId9"/>
    <p:sldId id="301" r:id="rId10"/>
    <p:sldId id="302" r:id="rId11"/>
    <p:sldId id="303" r:id="rId12"/>
    <p:sldId id="304" r:id="rId13"/>
    <p:sldId id="290" r:id="rId14"/>
    <p:sldId id="305" r:id="rId15"/>
    <p:sldId id="291" r:id="rId16"/>
    <p:sldId id="292" r:id="rId17"/>
    <p:sldId id="264" r:id="rId18"/>
  </p:sldIdLst>
  <p:sldSz cx="12192000" cy="6858000"/>
  <p:notesSz cx="12192000" cy="6858000"/>
  <p:embeddedFontLst>
    <p:embeddedFont>
      <p:font typeface="Cambria Math" panose="02040503050406030204" pitchFamily="18" charset="0"/>
      <p:regular r:id="rId20"/>
    </p:embeddedFont>
    <p:embeddedFont>
      <p:font typeface="Cascadia Code" panose="020B0609020000020004" pitchFamily="49" charset="0"/>
      <p:regular r:id="rId21"/>
      <p:bold r:id="rId22"/>
      <p:italic r:id="rId23"/>
      <p:boldItalic r:id="rId24"/>
    </p:embeddedFont>
    <p:embeddedFont>
      <p:font typeface="Montserrat" panose="00000500000000000000" pitchFamily="2" charset="-52"/>
      <p:regular r:id="rId25"/>
      <p:bold r:id="rId26"/>
      <p:italic r:id="rId27"/>
      <p:boldItalic r:id="rId28"/>
    </p:embeddedFont>
    <p:embeddedFont>
      <p:font typeface="Montserrat SemiBold" panose="00000700000000000000" pitchFamily="2" charset="-52"/>
      <p:bold r:id="rId29"/>
      <p:boldItalic r:id="rId30"/>
    </p:embeddedFont>
  </p:embeddedFontLst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8">
          <p15:clr>
            <a:srgbClr val="A4A3A4"/>
          </p15:clr>
        </p15:guide>
        <p15:guide id="2" pos="415">
          <p15:clr>
            <a:srgbClr val="A4A3A4"/>
          </p15:clr>
        </p15:guide>
        <p15:guide id="3" pos="7265">
          <p15:clr>
            <a:srgbClr val="A4A3A4"/>
          </p15:clr>
        </p15:guide>
        <p15:guide id="4" orient="horz" pos="4020">
          <p15:clr>
            <a:srgbClr val="A4A3A4"/>
          </p15:clr>
        </p15:guide>
        <p15:guide id="5" pos="1277">
          <p15:clr>
            <a:srgbClr val="A4A3A4"/>
          </p15:clr>
        </p15:guide>
        <p15:guide id="6" pos="1617">
          <p15:clr>
            <a:srgbClr val="A4A3A4"/>
          </p15:clr>
        </p15:guide>
        <p15:guide id="7" pos="2457">
          <p15:clr>
            <a:srgbClr val="A4A3A4"/>
          </p15:clr>
        </p15:guide>
        <p15:guide id="8" pos="2797">
          <p15:clr>
            <a:srgbClr val="A4A3A4"/>
          </p15:clr>
        </p15:guide>
        <p15:guide id="9" pos="4089">
          <p15:clr>
            <a:srgbClr val="A4A3A4"/>
          </p15:clr>
        </p15:guide>
        <p15:guide id="10" pos="4883">
          <p15:clr>
            <a:srgbClr val="A4A3A4"/>
          </p15:clr>
        </p15:guide>
        <p15:guide id="11" pos="5223">
          <p15:clr>
            <a:srgbClr val="A4A3A4"/>
          </p15:clr>
        </p15:guide>
        <p15:guide id="12" pos="6063">
          <p15:clr>
            <a:srgbClr val="A4A3A4"/>
          </p15:clr>
        </p15:guide>
        <p15:guide id="13" pos="6403">
          <p15:clr>
            <a:srgbClr val="A4A3A4"/>
          </p15:clr>
        </p15:guide>
        <p15:guide id="14" pos="361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063CC"/>
    <a:srgbClr val="0C56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1FE664-E177-44C9-91F7-A41BC1D7F2A1}" v="1141" dt="2026-04-19T00:52:06.9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  <a:prstDash val="dashDot"/>
            </a:ln>
          </a:left>
          <a:right>
            <a:ln w="12700">
              <a:solidFill>
                <a:schemeClr val="lt1"/>
              </a:solidFill>
              <a:prstDash val="dashDot"/>
            </a:ln>
          </a:right>
          <a:top>
            <a:ln w="12700">
              <a:solidFill>
                <a:schemeClr val="lt1"/>
              </a:solidFill>
              <a:prstDash val="dashDot"/>
            </a:ln>
          </a:top>
          <a:bottom>
            <a:ln w="12700">
              <a:solidFill>
                <a:schemeClr val="lt1"/>
              </a:solidFill>
              <a:prstDash val="dashDot"/>
            </a:ln>
          </a:bottom>
          <a:insideH>
            <a:ln w="12700">
              <a:solidFill>
                <a:schemeClr val="lt1"/>
              </a:solidFill>
              <a:prstDash val="dashDot"/>
            </a:ln>
          </a:insideH>
          <a:insideV>
            <a:ln w="12700">
              <a:solidFill>
                <a:schemeClr val="lt1"/>
              </a:solidFill>
              <a:prstDash val="dashDot"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  <a:prstDash val="dashDot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  <a:prstDash val="dashDot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810" autoAdjust="0"/>
    <p:restoredTop sz="94660"/>
  </p:normalViewPr>
  <p:slideViewPr>
    <p:cSldViewPr snapToGrid="0" showGuides="1">
      <p:cViewPr varScale="1">
        <p:scale>
          <a:sx n="105" d="100"/>
          <a:sy n="105" d="100"/>
        </p:scale>
        <p:origin x="726" y="96"/>
      </p:cViewPr>
      <p:guideLst>
        <p:guide orient="horz" pos="278"/>
        <p:guide pos="415"/>
        <p:guide pos="7265"/>
        <p:guide orient="horz" pos="4020"/>
        <p:guide pos="1277"/>
        <p:guide pos="1617"/>
        <p:guide pos="2457"/>
        <p:guide pos="2797"/>
        <p:guide pos="4089"/>
        <p:guide pos="4883"/>
        <p:guide pos="5223"/>
        <p:guide pos="6063"/>
        <p:guide pos="6403"/>
        <p:guide pos="3613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ladimir Emelianenko" userId="db1cb1c1f9c16854" providerId="LiveId" clId="{143FBBED-FCBF-4CC9-94F4-0F6C77EFC4A7}"/>
    <pc:docChg chg="undo custSel addSld delSld modSld sldOrd">
      <pc:chgData name="Vladimir Emelianenko" userId="db1cb1c1f9c16854" providerId="LiveId" clId="{143FBBED-FCBF-4CC9-94F4-0F6C77EFC4A7}" dt="2026-04-19T00:52:06.969" v="2638"/>
      <pc:docMkLst>
        <pc:docMk/>
      </pc:docMkLst>
      <pc:sldChg chg="del">
        <pc:chgData name="Vladimir Emelianenko" userId="db1cb1c1f9c16854" providerId="LiveId" clId="{143FBBED-FCBF-4CC9-94F4-0F6C77EFC4A7}" dt="2026-04-19T00:47:39.697" v="2633" actId="47"/>
        <pc:sldMkLst>
          <pc:docMk/>
          <pc:sldMk cId="0" sldId="257"/>
        </pc:sldMkLst>
      </pc:sldChg>
      <pc:sldChg chg="del">
        <pc:chgData name="Vladimir Emelianenko" userId="db1cb1c1f9c16854" providerId="LiveId" clId="{143FBBED-FCBF-4CC9-94F4-0F6C77EFC4A7}" dt="2026-04-19T00:47:39.697" v="2633" actId="47"/>
        <pc:sldMkLst>
          <pc:docMk/>
          <pc:sldMk cId="0" sldId="258"/>
        </pc:sldMkLst>
      </pc:sldChg>
      <pc:sldChg chg="del">
        <pc:chgData name="Vladimir Emelianenko" userId="db1cb1c1f9c16854" providerId="LiveId" clId="{143FBBED-FCBF-4CC9-94F4-0F6C77EFC4A7}" dt="2026-04-19T00:47:39.697" v="2633" actId="47"/>
        <pc:sldMkLst>
          <pc:docMk/>
          <pc:sldMk cId="0" sldId="259"/>
        </pc:sldMkLst>
      </pc:sldChg>
      <pc:sldChg chg="del">
        <pc:chgData name="Vladimir Emelianenko" userId="db1cb1c1f9c16854" providerId="LiveId" clId="{143FBBED-FCBF-4CC9-94F4-0F6C77EFC4A7}" dt="2026-04-19T00:47:39.697" v="2633" actId="47"/>
        <pc:sldMkLst>
          <pc:docMk/>
          <pc:sldMk cId="0" sldId="260"/>
        </pc:sldMkLst>
      </pc:sldChg>
      <pc:sldChg chg="del">
        <pc:chgData name="Vladimir Emelianenko" userId="db1cb1c1f9c16854" providerId="LiveId" clId="{143FBBED-FCBF-4CC9-94F4-0F6C77EFC4A7}" dt="2026-04-19T00:47:39.697" v="2633" actId="47"/>
        <pc:sldMkLst>
          <pc:docMk/>
          <pc:sldMk cId="0" sldId="261"/>
        </pc:sldMkLst>
      </pc:sldChg>
      <pc:sldChg chg="del">
        <pc:chgData name="Vladimir Emelianenko" userId="db1cb1c1f9c16854" providerId="LiveId" clId="{143FBBED-FCBF-4CC9-94F4-0F6C77EFC4A7}" dt="2026-04-19T00:47:39.697" v="2633" actId="47"/>
        <pc:sldMkLst>
          <pc:docMk/>
          <pc:sldMk cId="0" sldId="262"/>
        </pc:sldMkLst>
      </pc:sldChg>
      <pc:sldChg chg="del">
        <pc:chgData name="Vladimir Emelianenko" userId="db1cb1c1f9c16854" providerId="LiveId" clId="{143FBBED-FCBF-4CC9-94F4-0F6C77EFC4A7}" dt="2026-04-19T00:47:39.697" v="2633" actId="47"/>
        <pc:sldMkLst>
          <pc:docMk/>
          <pc:sldMk cId="0" sldId="263"/>
        </pc:sldMkLst>
      </pc:sldChg>
      <pc:sldChg chg="modSp mod">
        <pc:chgData name="Vladimir Emelianenko" userId="db1cb1c1f9c16854" providerId="LiveId" clId="{143FBBED-FCBF-4CC9-94F4-0F6C77EFC4A7}" dt="2026-04-19T00:47:23.502" v="2632" actId="6549"/>
        <pc:sldMkLst>
          <pc:docMk/>
          <pc:sldMk cId="0" sldId="264"/>
        </pc:sldMkLst>
        <pc:spChg chg="mod">
          <ac:chgData name="Vladimir Emelianenko" userId="db1cb1c1f9c16854" providerId="LiveId" clId="{143FBBED-FCBF-4CC9-94F4-0F6C77EFC4A7}" dt="2026-04-19T00:47:23.502" v="2632" actId="6549"/>
          <ac:spMkLst>
            <pc:docMk/>
            <pc:sldMk cId="0" sldId="264"/>
            <ac:spMk id="786225085" creationId="{00000000-0000-0000-0000-000000000000}"/>
          </ac:spMkLst>
        </pc:spChg>
      </pc:sldChg>
      <pc:sldChg chg="del">
        <pc:chgData name="Vladimir Emelianenko" userId="db1cb1c1f9c16854" providerId="LiveId" clId="{143FBBED-FCBF-4CC9-94F4-0F6C77EFC4A7}" dt="2026-04-19T00:47:39.697" v="2633" actId="47"/>
        <pc:sldMkLst>
          <pc:docMk/>
          <pc:sldMk cId="0" sldId="265"/>
        </pc:sldMkLst>
      </pc:sldChg>
      <pc:sldChg chg="del">
        <pc:chgData name="Vladimir Emelianenko" userId="db1cb1c1f9c16854" providerId="LiveId" clId="{143FBBED-FCBF-4CC9-94F4-0F6C77EFC4A7}" dt="2026-04-19T00:47:39.697" v="2633" actId="47"/>
        <pc:sldMkLst>
          <pc:docMk/>
          <pc:sldMk cId="0" sldId="266"/>
        </pc:sldMkLst>
      </pc:sldChg>
      <pc:sldChg chg="del">
        <pc:chgData name="Vladimir Emelianenko" userId="db1cb1c1f9c16854" providerId="LiveId" clId="{143FBBED-FCBF-4CC9-94F4-0F6C77EFC4A7}" dt="2026-04-19T00:47:39.697" v="2633" actId="47"/>
        <pc:sldMkLst>
          <pc:docMk/>
          <pc:sldMk cId="0" sldId="267"/>
        </pc:sldMkLst>
      </pc:sldChg>
      <pc:sldChg chg="del">
        <pc:chgData name="Vladimir Emelianenko" userId="db1cb1c1f9c16854" providerId="LiveId" clId="{143FBBED-FCBF-4CC9-94F4-0F6C77EFC4A7}" dt="2026-04-19T00:47:39.697" v="2633" actId="47"/>
        <pc:sldMkLst>
          <pc:docMk/>
          <pc:sldMk cId="0" sldId="268"/>
        </pc:sldMkLst>
      </pc:sldChg>
      <pc:sldChg chg="del">
        <pc:chgData name="Vladimir Emelianenko" userId="db1cb1c1f9c16854" providerId="LiveId" clId="{143FBBED-FCBF-4CC9-94F4-0F6C77EFC4A7}" dt="2026-04-19T00:47:39.697" v="2633" actId="47"/>
        <pc:sldMkLst>
          <pc:docMk/>
          <pc:sldMk cId="0" sldId="269"/>
        </pc:sldMkLst>
      </pc:sldChg>
      <pc:sldChg chg="del">
        <pc:chgData name="Vladimir Emelianenko" userId="db1cb1c1f9c16854" providerId="LiveId" clId="{143FBBED-FCBF-4CC9-94F4-0F6C77EFC4A7}" dt="2026-04-19T00:47:39.697" v="2633" actId="47"/>
        <pc:sldMkLst>
          <pc:docMk/>
          <pc:sldMk cId="0" sldId="270"/>
        </pc:sldMkLst>
      </pc:sldChg>
      <pc:sldChg chg="del">
        <pc:chgData name="Vladimir Emelianenko" userId="db1cb1c1f9c16854" providerId="LiveId" clId="{143FBBED-FCBF-4CC9-94F4-0F6C77EFC4A7}" dt="2026-04-19T00:47:39.697" v="2633" actId="47"/>
        <pc:sldMkLst>
          <pc:docMk/>
          <pc:sldMk cId="0" sldId="271"/>
        </pc:sldMkLst>
      </pc:sldChg>
      <pc:sldChg chg="del">
        <pc:chgData name="Vladimir Emelianenko" userId="db1cb1c1f9c16854" providerId="LiveId" clId="{143FBBED-FCBF-4CC9-94F4-0F6C77EFC4A7}" dt="2026-04-19T00:47:39.697" v="2633" actId="47"/>
        <pc:sldMkLst>
          <pc:docMk/>
          <pc:sldMk cId="0" sldId="272"/>
        </pc:sldMkLst>
      </pc:sldChg>
      <pc:sldChg chg="del">
        <pc:chgData name="Vladimir Emelianenko" userId="db1cb1c1f9c16854" providerId="LiveId" clId="{143FBBED-FCBF-4CC9-94F4-0F6C77EFC4A7}" dt="2026-04-19T00:47:39.697" v="2633" actId="47"/>
        <pc:sldMkLst>
          <pc:docMk/>
          <pc:sldMk cId="0" sldId="273"/>
        </pc:sldMkLst>
      </pc:sldChg>
      <pc:sldChg chg="del">
        <pc:chgData name="Vladimir Emelianenko" userId="db1cb1c1f9c16854" providerId="LiveId" clId="{143FBBED-FCBF-4CC9-94F4-0F6C77EFC4A7}" dt="2026-04-19T00:47:39.697" v="2633" actId="47"/>
        <pc:sldMkLst>
          <pc:docMk/>
          <pc:sldMk cId="0" sldId="274"/>
        </pc:sldMkLst>
      </pc:sldChg>
      <pc:sldChg chg="del">
        <pc:chgData name="Vladimir Emelianenko" userId="db1cb1c1f9c16854" providerId="LiveId" clId="{143FBBED-FCBF-4CC9-94F4-0F6C77EFC4A7}" dt="2026-04-19T00:47:39.697" v="2633" actId="47"/>
        <pc:sldMkLst>
          <pc:docMk/>
          <pc:sldMk cId="0" sldId="275"/>
        </pc:sldMkLst>
      </pc:sldChg>
      <pc:sldChg chg="del">
        <pc:chgData name="Vladimir Emelianenko" userId="db1cb1c1f9c16854" providerId="LiveId" clId="{143FBBED-FCBF-4CC9-94F4-0F6C77EFC4A7}" dt="2026-04-19T00:47:39.697" v="2633" actId="47"/>
        <pc:sldMkLst>
          <pc:docMk/>
          <pc:sldMk cId="0" sldId="276"/>
        </pc:sldMkLst>
      </pc:sldChg>
      <pc:sldChg chg="del">
        <pc:chgData name="Vladimir Emelianenko" userId="db1cb1c1f9c16854" providerId="LiveId" clId="{143FBBED-FCBF-4CC9-94F4-0F6C77EFC4A7}" dt="2026-04-19T00:47:39.697" v="2633" actId="47"/>
        <pc:sldMkLst>
          <pc:docMk/>
          <pc:sldMk cId="0" sldId="277"/>
        </pc:sldMkLst>
      </pc:sldChg>
      <pc:sldChg chg="del">
        <pc:chgData name="Vladimir Emelianenko" userId="db1cb1c1f9c16854" providerId="LiveId" clId="{143FBBED-FCBF-4CC9-94F4-0F6C77EFC4A7}" dt="2026-04-19T00:47:39.697" v="2633" actId="47"/>
        <pc:sldMkLst>
          <pc:docMk/>
          <pc:sldMk cId="0" sldId="278"/>
        </pc:sldMkLst>
      </pc:sldChg>
      <pc:sldChg chg="del">
        <pc:chgData name="Vladimir Emelianenko" userId="db1cb1c1f9c16854" providerId="LiveId" clId="{143FBBED-FCBF-4CC9-94F4-0F6C77EFC4A7}" dt="2026-04-19T00:47:39.697" v="2633" actId="47"/>
        <pc:sldMkLst>
          <pc:docMk/>
          <pc:sldMk cId="0" sldId="279"/>
        </pc:sldMkLst>
      </pc:sldChg>
      <pc:sldChg chg="del">
        <pc:chgData name="Vladimir Emelianenko" userId="db1cb1c1f9c16854" providerId="LiveId" clId="{143FBBED-FCBF-4CC9-94F4-0F6C77EFC4A7}" dt="2026-04-19T00:47:39.697" v="2633" actId="47"/>
        <pc:sldMkLst>
          <pc:docMk/>
          <pc:sldMk cId="0" sldId="280"/>
        </pc:sldMkLst>
      </pc:sldChg>
      <pc:sldChg chg="del">
        <pc:chgData name="Vladimir Emelianenko" userId="db1cb1c1f9c16854" providerId="LiveId" clId="{143FBBED-FCBF-4CC9-94F4-0F6C77EFC4A7}" dt="2026-04-19T00:47:39.697" v="2633" actId="47"/>
        <pc:sldMkLst>
          <pc:docMk/>
          <pc:sldMk cId="0" sldId="281"/>
        </pc:sldMkLst>
      </pc:sldChg>
      <pc:sldChg chg="del">
        <pc:chgData name="Vladimir Emelianenko" userId="db1cb1c1f9c16854" providerId="LiveId" clId="{143FBBED-FCBF-4CC9-94F4-0F6C77EFC4A7}" dt="2026-04-19T00:47:39.697" v="2633" actId="47"/>
        <pc:sldMkLst>
          <pc:docMk/>
          <pc:sldMk cId="0" sldId="282"/>
        </pc:sldMkLst>
      </pc:sldChg>
      <pc:sldChg chg="del">
        <pc:chgData name="Vladimir Emelianenko" userId="db1cb1c1f9c16854" providerId="LiveId" clId="{143FBBED-FCBF-4CC9-94F4-0F6C77EFC4A7}" dt="2026-04-19T00:47:39.697" v="2633" actId="47"/>
        <pc:sldMkLst>
          <pc:docMk/>
          <pc:sldMk cId="0" sldId="283"/>
        </pc:sldMkLst>
      </pc:sldChg>
      <pc:sldChg chg="del">
        <pc:chgData name="Vladimir Emelianenko" userId="db1cb1c1f9c16854" providerId="LiveId" clId="{143FBBED-FCBF-4CC9-94F4-0F6C77EFC4A7}" dt="2026-04-19T00:47:39.697" v="2633" actId="47"/>
        <pc:sldMkLst>
          <pc:docMk/>
          <pc:sldMk cId="4136397872" sldId="286"/>
        </pc:sldMkLst>
      </pc:sldChg>
      <pc:sldChg chg="addSp delSp modSp mod">
        <pc:chgData name="Vladimir Emelianenko" userId="db1cb1c1f9c16854" providerId="LiveId" clId="{143FBBED-FCBF-4CC9-94F4-0F6C77EFC4A7}" dt="2026-04-18T22:53:20.326" v="730" actId="1582"/>
        <pc:sldMkLst>
          <pc:docMk/>
          <pc:sldMk cId="1182049041" sldId="287"/>
        </pc:sldMkLst>
        <pc:spChg chg="add mod">
          <ac:chgData name="Vladimir Emelianenko" userId="db1cb1c1f9c16854" providerId="LiveId" clId="{143FBBED-FCBF-4CC9-94F4-0F6C77EFC4A7}" dt="2026-04-18T22:49:44.673" v="718" actId="20577"/>
          <ac:spMkLst>
            <pc:docMk/>
            <pc:sldMk cId="1182049041" sldId="287"/>
            <ac:spMk id="5" creationId="{8B9FBDD5-1E2B-B4A9-BE0C-1F0EF08064A1}"/>
          </ac:spMkLst>
        </pc:spChg>
        <pc:spChg chg="add del mod">
          <ac:chgData name="Vladimir Emelianenko" userId="db1cb1c1f9c16854" providerId="LiveId" clId="{143FBBED-FCBF-4CC9-94F4-0F6C77EFC4A7}" dt="2026-04-18T22:48:15.949" v="709" actId="478"/>
          <ac:spMkLst>
            <pc:docMk/>
            <pc:sldMk cId="1182049041" sldId="287"/>
            <ac:spMk id="8" creationId="{5F717B9E-8C18-5162-2E10-F64D21054325}"/>
          </ac:spMkLst>
        </pc:spChg>
        <pc:picChg chg="add del mod ord">
          <ac:chgData name="Vladimir Emelianenko" userId="db1cb1c1f9c16854" providerId="LiveId" clId="{143FBBED-FCBF-4CC9-94F4-0F6C77EFC4A7}" dt="2026-04-18T22:48:17.038" v="710" actId="478"/>
          <ac:picMkLst>
            <pc:docMk/>
            <pc:sldMk cId="1182049041" sldId="287"/>
            <ac:picMk id="7" creationId="{68620CD5-4C2C-76F2-767F-CFCD19DE2919}"/>
          </ac:picMkLst>
        </pc:picChg>
        <pc:picChg chg="add mod">
          <ac:chgData name="Vladimir Emelianenko" userId="db1cb1c1f9c16854" providerId="LiveId" clId="{143FBBED-FCBF-4CC9-94F4-0F6C77EFC4A7}" dt="2026-04-18T22:53:20.326" v="730" actId="1582"/>
          <ac:picMkLst>
            <pc:docMk/>
            <pc:sldMk cId="1182049041" sldId="287"/>
            <ac:picMk id="10" creationId="{A534B0D9-448B-61E4-034D-66611F518F54}"/>
          </ac:picMkLst>
        </pc:picChg>
      </pc:sldChg>
      <pc:sldChg chg="modSp add mod ord">
        <pc:chgData name="Vladimir Emelianenko" userId="db1cb1c1f9c16854" providerId="LiveId" clId="{143FBBED-FCBF-4CC9-94F4-0F6C77EFC4A7}" dt="2026-04-19T00:30:07.207" v="2381" actId="20577"/>
        <pc:sldMkLst>
          <pc:docMk/>
          <pc:sldMk cId="2447423466" sldId="288"/>
        </pc:sldMkLst>
        <pc:spChg chg="mod">
          <ac:chgData name="Vladimir Emelianenko" userId="db1cb1c1f9c16854" providerId="LiveId" clId="{143FBBED-FCBF-4CC9-94F4-0F6C77EFC4A7}" dt="2026-04-18T23:18:03.890" v="956" actId="20577"/>
          <ac:spMkLst>
            <pc:docMk/>
            <pc:sldMk cId="2447423466" sldId="288"/>
            <ac:spMk id="250953633" creationId="{2D61EFFC-16D4-8706-7401-3A4DF6812043}"/>
          </ac:spMkLst>
        </pc:spChg>
        <pc:spChg chg="mod">
          <ac:chgData name="Vladimir Emelianenko" userId="db1cb1c1f9c16854" providerId="LiveId" clId="{143FBBED-FCBF-4CC9-94F4-0F6C77EFC4A7}" dt="2026-04-19T00:30:07.207" v="2381" actId="20577"/>
          <ac:spMkLst>
            <pc:docMk/>
            <pc:sldMk cId="2447423466" sldId="288"/>
            <ac:spMk id="839509378" creationId="{2EC9B52F-CC38-E233-4A02-2049F9F5B417}"/>
          </ac:spMkLst>
        </pc:spChg>
        <pc:spChg chg="mod">
          <ac:chgData name="Vladimir Emelianenko" userId="db1cb1c1f9c16854" providerId="LiveId" clId="{143FBBED-FCBF-4CC9-94F4-0F6C77EFC4A7}" dt="2026-04-18T22:55:04.598" v="738" actId="20577"/>
          <ac:spMkLst>
            <pc:docMk/>
            <pc:sldMk cId="2447423466" sldId="288"/>
            <ac:spMk id="2065738165" creationId="{D829867F-7701-3F7E-0817-FA76F6552071}"/>
          </ac:spMkLst>
        </pc:spChg>
      </pc:sldChg>
      <pc:sldChg chg="addSp delSp modSp add mod ord addAnim delAnim modAnim">
        <pc:chgData name="Vladimir Emelianenko" userId="db1cb1c1f9c16854" providerId="LiveId" clId="{143FBBED-FCBF-4CC9-94F4-0F6C77EFC4A7}" dt="2026-04-19T00:52:06.969" v="2638"/>
        <pc:sldMkLst>
          <pc:docMk/>
          <pc:sldMk cId="4179971423" sldId="289"/>
        </pc:sldMkLst>
        <pc:spChg chg="add mod modVis">
          <ac:chgData name="Vladimir Emelianenko" userId="db1cb1c1f9c16854" providerId="LiveId" clId="{143FBBED-FCBF-4CC9-94F4-0F6C77EFC4A7}" dt="2026-04-19T00:22:45.945" v="2307" actId="33935"/>
          <ac:spMkLst>
            <pc:docMk/>
            <pc:sldMk cId="4179971423" sldId="289"/>
            <ac:spMk id="2" creationId="{F9E43761-38BA-33F4-A931-97E1B9A1B26B}"/>
          </ac:spMkLst>
        </pc:spChg>
        <pc:spChg chg="add mod modVis">
          <ac:chgData name="Vladimir Emelianenko" userId="db1cb1c1f9c16854" providerId="LiveId" clId="{143FBBED-FCBF-4CC9-94F4-0F6C77EFC4A7}" dt="2026-04-19T00:22:45.945" v="2307" actId="33935"/>
          <ac:spMkLst>
            <pc:docMk/>
            <pc:sldMk cId="4179971423" sldId="289"/>
            <ac:spMk id="3" creationId="{416F161F-7637-D3A7-C4B1-C6F7010AF4B8}"/>
          </ac:spMkLst>
        </pc:spChg>
        <pc:spChg chg="add mod modVis">
          <ac:chgData name="Vladimir Emelianenko" userId="db1cb1c1f9c16854" providerId="LiveId" clId="{143FBBED-FCBF-4CC9-94F4-0F6C77EFC4A7}" dt="2026-04-19T00:22:45.945" v="2307" actId="33935"/>
          <ac:spMkLst>
            <pc:docMk/>
            <pc:sldMk cId="4179971423" sldId="289"/>
            <ac:spMk id="4" creationId="{15DA2ACD-DA92-6BB9-2A76-B3FDD2287F49}"/>
          </ac:spMkLst>
        </pc:spChg>
        <pc:spChg chg="add mod modVis">
          <ac:chgData name="Vladimir Emelianenko" userId="db1cb1c1f9c16854" providerId="LiveId" clId="{143FBBED-FCBF-4CC9-94F4-0F6C77EFC4A7}" dt="2026-04-19T00:22:45.945" v="2307" actId="33935"/>
          <ac:spMkLst>
            <pc:docMk/>
            <pc:sldMk cId="4179971423" sldId="289"/>
            <ac:spMk id="5" creationId="{4103690A-AFBF-ACFD-AD87-8B5918E8774E}"/>
          </ac:spMkLst>
        </pc:spChg>
        <pc:spChg chg="add del mod modVis">
          <ac:chgData name="Vladimir Emelianenko" userId="db1cb1c1f9c16854" providerId="LiveId" clId="{143FBBED-FCBF-4CC9-94F4-0F6C77EFC4A7}" dt="2026-04-19T00:22:17.042" v="2300" actId="14430"/>
          <ac:spMkLst>
            <pc:docMk/>
            <pc:sldMk cId="4179971423" sldId="289"/>
            <ac:spMk id="6" creationId="{4445AB46-D7C7-729F-EB60-126ABBE2FE32}"/>
          </ac:spMkLst>
        </pc:spChg>
        <pc:spChg chg="add mod modVis">
          <ac:chgData name="Vladimir Emelianenko" userId="db1cb1c1f9c16854" providerId="LiveId" clId="{143FBBED-FCBF-4CC9-94F4-0F6C77EFC4A7}" dt="2026-04-19T00:22:45.945" v="2307" actId="33935"/>
          <ac:spMkLst>
            <pc:docMk/>
            <pc:sldMk cId="4179971423" sldId="289"/>
            <ac:spMk id="7" creationId="{CC9E9041-B479-3F08-E54E-256ACA9233C0}"/>
          </ac:spMkLst>
        </pc:spChg>
        <pc:spChg chg="add del mod modVis">
          <ac:chgData name="Vladimir Emelianenko" userId="db1cb1c1f9c16854" providerId="LiveId" clId="{143FBBED-FCBF-4CC9-94F4-0F6C77EFC4A7}" dt="2026-04-19T00:50:53.362" v="2634" actId="478"/>
          <ac:spMkLst>
            <pc:docMk/>
            <pc:sldMk cId="4179971423" sldId="289"/>
            <ac:spMk id="8" creationId="{F8956E11-0364-3555-973A-DD1916FE02DB}"/>
          </ac:spMkLst>
        </pc:spChg>
        <pc:spChg chg="add mod modVis">
          <ac:chgData name="Vladimir Emelianenko" userId="db1cb1c1f9c16854" providerId="LiveId" clId="{143FBBED-FCBF-4CC9-94F4-0F6C77EFC4A7}" dt="2026-04-19T00:51:02.432" v="2635" actId="1076"/>
          <ac:spMkLst>
            <pc:docMk/>
            <pc:sldMk cId="4179971423" sldId="289"/>
            <ac:spMk id="9" creationId="{4592C48C-196C-7805-B063-A2BDBE11741A}"/>
          </ac:spMkLst>
        </pc:spChg>
        <pc:spChg chg="add mod modVis">
          <ac:chgData name="Vladimir Emelianenko" userId="db1cb1c1f9c16854" providerId="LiveId" clId="{143FBBED-FCBF-4CC9-94F4-0F6C77EFC4A7}" dt="2026-04-19T00:22:29.758" v="2306" actId="14100"/>
          <ac:spMkLst>
            <pc:docMk/>
            <pc:sldMk cId="4179971423" sldId="289"/>
            <ac:spMk id="10" creationId="{69A58711-F039-FDC8-5A36-9B7DFF63BBD4}"/>
          </ac:spMkLst>
        </pc:spChg>
        <pc:spChg chg="mod modVis">
          <ac:chgData name="Vladimir Emelianenko" userId="db1cb1c1f9c16854" providerId="LiveId" clId="{143FBBED-FCBF-4CC9-94F4-0F6C77EFC4A7}" dt="2026-04-19T00:22:45.945" v="2307" actId="33935"/>
          <ac:spMkLst>
            <pc:docMk/>
            <pc:sldMk cId="4179971423" sldId="289"/>
            <ac:spMk id="231383137" creationId="{B2E30D16-D55E-A257-176C-B1455A026F64}"/>
          </ac:spMkLst>
        </pc:spChg>
        <pc:spChg chg="mod modVis">
          <ac:chgData name="Vladimir Emelianenko" userId="db1cb1c1f9c16854" providerId="LiveId" clId="{143FBBED-FCBF-4CC9-94F4-0F6C77EFC4A7}" dt="2026-04-19T00:17:28.511" v="2276" actId="14429"/>
          <ac:spMkLst>
            <pc:docMk/>
            <pc:sldMk cId="4179971423" sldId="289"/>
            <ac:spMk id="250953633" creationId="{590DD5CD-93CB-A822-24BC-A6F8363771ED}"/>
          </ac:spMkLst>
        </pc:spChg>
        <pc:spChg chg="mod modVis">
          <ac:chgData name="Vladimir Emelianenko" userId="db1cb1c1f9c16854" providerId="LiveId" clId="{143FBBED-FCBF-4CC9-94F4-0F6C77EFC4A7}" dt="2026-04-19T00:22:45.945" v="2307" actId="33935"/>
          <ac:spMkLst>
            <pc:docMk/>
            <pc:sldMk cId="4179971423" sldId="289"/>
            <ac:spMk id="839509378" creationId="{39A41A55-F9A3-26E8-4F0E-FE74A331AC0B}"/>
          </ac:spMkLst>
        </pc:spChg>
        <pc:spChg chg="mod modVis">
          <ac:chgData name="Vladimir Emelianenko" userId="db1cb1c1f9c16854" providerId="LiveId" clId="{143FBBED-FCBF-4CC9-94F4-0F6C77EFC4A7}" dt="2026-04-19T00:22:45.945" v="2307" actId="33935"/>
          <ac:spMkLst>
            <pc:docMk/>
            <pc:sldMk cId="4179971423" sldId="289"/>
            <ac:spMk id="2065738165" creationId="{4F94A0EB-C4CF-E593-19B2-9D8A00560D3E}"/>
          </ac:spMkLst>
        </pc:spChg>
      </pc:sldChg>
      <pc:sldChg chg="modSp add mod ord">
        <pc:chgData name="Vladimir Emelianenko" userId="db1cb1c1f9c16854" providerId="LiveId" clId="{143FBBED-FCBF-4CC9-94F4-0F6C77EFC4A7}" dt="2026-04-19T00:29:28.655" v="2377" actId="14100"/>
        <pc:sldMkLst>
          <pc:docMk/>
          <pc:sldMk cId="2544998755" sldId="290"/>
        </pc:sldMkLst>
        <pc:spChg chg="mod">
          <ac:chgData name="Vladimir Emelianenko" userId="db1cb1c1f9c16854" providerId="LiveId" clId="{143FBBED-FCBF-4CC9-94F4-0F6C77EFC4A7}" dt="2026-04-19T00:29:28.655" v="2377" actId="14100"/>
          <ac:spMkLst>
            <pc:docMk/>
            <pc:sldMk cId="2544998755" sldId="290"/>
            <ac:spMk id="2" creationId="{F8E3DDE6-2154-3EF7-525D-D95C66DC1648}"/>
          </ac:spMkLst>
        </pc:spChg>
        <pc:spChg chg="mod">
          <ac:chgData name="Vladimir Emelianenko" userId="db1cb1c1f9c16854" providerId="LiveId" clId="{143FBBED-FCBF-4CC9-94F4-0F6C77EFC4A7}" dt="2026-04-19T00:29:01.101" v="2312" actId="20577"/>
          <ac:spMkLst>
            <pc:docMk/>
            <pc:sldMk cId="2544998755" sldId="290"/>
            <ac:spMk id="7" creationId="{66CB5AA1-2BD8-FC24-E27B-CB0D5240F260}"/>
          </ac:spMkLst>
        </pc:spChg>
      </pc:sldChg>
      <pc:sldChg chg="addSp delSp modSp add mod ord addAnim delAnim modAnim">
        <pc:chgData name="Vladimir Emelianenko" userId="db1cb1c1f9c16854" providerId="LiveId" clId="{143FBBED-FCBF-4CC9-94F4-0F6C77EFC4A7}" dt="2026-04-19T00:41:22.017" v="2522"/>
        <pc:sldMkLst>
          <pc:docMk/>
          <pc:sldMk cId="3534140554" sldId="291"/>
        </pc:sldMkLst>
        <pc:spChg chg="del">
          <ac:chgData name="Vladimir Emelianenko" userId="db1cb1c1f9c16854" providerId="LiveId" clId="{143FBBED-FCBF-4CC9-94F4-0F6C77EFC4A7}" dt="2026-04-19T00:32:23.900" v="2480" actId="478"/>
          <ac:spMkLst>
            <pc:docMk/>
            <pc:sldMk cId="3534140554" sldId="291"/>
            <ac:spMk id="250953633" creationId="{D72183D5-3989-E1F7-0611-EF7A618FD14C}"/>
          </ac:spMkLst>
        </pc:spChg>
        <pc:spChg chg="mod">
          <ac:chgData name="Vladimir Emelianenko" userId="db1cb1c1f9c16854" providerId="LiveId" clId="{143FBBED-FCBF-4CC9-94F4-0F6C77EFC4A7}" dt="2026-04-19T00:32:29.613" v="2481" actId="14100"/>
          <ac:spMkLst>
            <pc:docMk/>
            <pc:sldMk cId="3534140554" sldId="291"/>
            <ac:spMk id="839509378" creationId="{D8B59B04-94F1-3721-FC4C-BB395F664486}"/>
          </ac:spMkLst>
        </pc:spChg>
        <pc:spChg chg="mod">
          <ac:chgData name="Vladimir Emelianenko" userId="db1cb1c1f9c16854" providerId="LiveId" clId="{143FBBED-FCBF-4CC9-94F4-0F6C77EFC4A7}" dt="2026-04-19T00:30:27.570" v="2385" actId="20577"/>
          <ac:spMkLst>
            <pc:docMk/>
            <pc:sldMk cId="3534140554" sldId="291"/>
            <ac:spMk id="2065738165" creationId="{C8929412-1C1C-5DE1-AD7C-E78787D8F4F4}"/>
          </ac:spMkLst>
        </pc:spChg>
        <pc:picChg chg="add mod">
          <ac:chgData name="Vladimir Emelianenko" userId="db1cb1c1f9c16854" providerId="LiveId" clId="{143FBBED-FCBF-4CC9-94F4-0F6C77EFC4A7}" dt="2026-04-19T00:39:01.296" v="2508" actId="1582"/>
          <ac:picMkLst>
            <pc:docMk/>
            <pc:sldMk cId="3534140554" sldId="291"/>
            <ac:picMk id="3" creationId="{D0597E5C-4DF8-E2EB-6C90-2C2126084608}"/>
          </ac:picMkLst>
        </pc:picChg>
        <pc:picChg chg="add mod">
          <ac:chgData name="Vladimir Emelianenko" userId="db1cb1c1f9c16854" providerId="LiveId" clId="{143FBBED-FCBF-4CC9-94F4-0F6C77EFC4A7}" dt="2026-04-19T00:39:01.296" v="2508" actId="1582"/>
          <ac:picMkLst>
            <pc:docMk/>
            <pc:sldMk cId="3534140554" sldId="291"/>
            <ac:picMk id="5" creationId="{41E90988-B1D7-E08E-A9D8-E2C0DC71AD60}"/>
          </ac:picMkLst>
        </pc:picChg>
        <pc:picChg chg="add mod">
          <ac:chgData name="Vladimir Emelianenko" userId="db1cb1c1f9c16854" providerId="LiveId" clId="{143FBBED-FCBF-4CC9-94F4-0F6C77EFC4A7}" dt="2026-04-19T00:40:51.199" v="2520" actId="208"/>
          <ac:picMkLst>
            <pc:docMk/>
            <pc:sldMk cId="3534140554" sldId="291"/>
            <ac:picMk id="7" creationId="{6402BD5F-F086-9B57-BF52-96AFCD026763}"/>
          </ac:picMkLst>
        </pc:picChg>
      </pc:sldChg>
      <pc:sldChg chg="addSp delSp modSp add mod ord modAnim">
        <pc:chgData name="Vladimir Emelianenko" userId="db1cb1c1f9c16854" providerId="LiveId" clId="{143FBBED-FCBF-4CC9-94F4-0F6C77EFC4A7}" dt="2026-04-19T00:45:23.237" v="2628"/>
        <pc:sldMkLst>
          <pc:docMk/>
          <pc:sldMk cId="3112493419" sldId="292"/>
        </pc:sldMkLst>
        <pc:spChg chg="del">
          <ac:chgData name="Vladimir Emelianenko" userId="db1cb1c1f9c16854" providerId="LiveId" clId="{143FBBED-FCBF-4CC9-94F4-0F6C77EFC4A7}" dt="2026-04-19T00:43:24.719" v="2617" actId="478"/>
          <ac:spMkLst>
            <pc:docMk/>
            <pc:sldMk cId="3112493419" sldId="292"/>
            <ac:spMk id="250953633" creationId="{DBE07E6D-A036-F590-B2E3-2FE34A31F058}"/>
          </ac:spMkLst>
        </pc:spChg>
        <pc:spChg chg="mod">
          <ac:chgData name="Vladimir Emelianenko" userId="db1cb1c1f9c16854" providerId="LiveId" clId="{143FBBED-FCBF-4CC9-94F4-0F6C77EFC4A7}" dt="2026-04-19T00:42:49.436" v="2616" actId="20577"/>
          <ac:spMkLst>
            <pc:docMk/>
            <pc:sldMk cId="3112493419" sldId="292"/>
            <ac:spMk id="839509378" creationId="{0E2817FC-1064-27E2-E638-EC083DF243FE}"/>
          </ac:spMkLst>
        </pc:spChg>
        <pc:spChg chg="mod">
          <ac:chgData name="Vladimir Emelianenko" userId="db1cb1c1f9c16854" providerId="LiveId" clId="{143FBBED-FCBF-4CC9-94F4-0F6C77EFC4A7}" dt="2026-04-19T00:42:10.463" v="2526" actId="20577"/>
          <ac:spMkLst>
            <pc:docMk/>
            <pc:sldMk cId="3112493419" sldId="292"/>
            <ac:spMk id="2065738165" creationId="{B6BC1EF2-F0FE-9EF0-6C91-F38A7886969C}"/>
          </ac:spMkLst>
        </pc:spChg>
        <pc:picChg chg="add mod">
          <ac:chgData name="Vladimir Emelianenko" userId="db1cb1c1f9c16854" providerId="LiveId" clId="{143FBBED-FCBF-4CC9-94F4-0F6C77EFC4A7}" dt="2026-04-19T00:44:57.897" v="2627" actId="1076"/>
          <ac:picMkLst>
            <pc:docMk/>
            <pc:sldMk cId="3112493419" sldId="292"/>
            <ac:picMk id="3" creationId="{B39E25CB-2A83-7E92-97A1-3694ABFF549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FA31F3E-D407-440E-96FF-F32CBD138C04}" type="datetimeFigureOut">
              <a:rPr lang="ru-RU"/>
              <a:t>27.04.2026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8610600" y="75600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0F264C39-7BC0-42FC-8EE8-A559589A0CA6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FA31F3E-D407-440E-96FF-F32CBD138C04}" type="datetimeFigureOut">
              <a:rPr lang="ru-RU"/>
              <a:t>27.04.2026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9827394" y="540000"/>
            <a:ext cx="1519806" cy="923040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Montserrat SemiBold" panose="00000700000000000000" pitchFamily="2" charset="-52"/>
              </a:defRPr>
            </a:lvl1pPr>
          </a:lstStyle>
          <a:p>
            <a:pPr>
              <a:defRPr/>
            </a:pPr>
            <a:fld id="{0F264C39-7BC0-42FC-8EE8-A559589A0CA6}" type="slidenum">
              <a:rPr lang="ru-RU" smtClean="0"/>
              <a:pPr>
                <a:defRPr/>
              </a:pPr>
              <a:t>‹#›</a:t>
            </a:fld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FA31F3E-D407-440E-96FF-F32CBD138C04}" type="datetimeFigureOut">
              <a:rPr lang="ru-RU"/>
              <a:t>27.04.2026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8610600" y="75600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0F264C39-7BC0-42FC-8EE8-A559589A0CA6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FA31F3E-D407-440E-96FF-F32CBD138C04}" type="datetimeFigureOut">
              <a:rPr lang="ru-RU"/>
              <a:t>27.04.2026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>
          <a:xfrm>
            <a:off x="8610600" y="75600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0F264C39-7BC0-42FC-8EE8-A559589A0CA6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FA31F3E-D407-440E-96FF-F32CBD138C04}" type="datetimeFigureOut">
              <a:rPr lang="ru-RU"/>
              <a:t>27.04.2026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 bwMode="auto">
          <a:xfrm>
            <a:off x="8610600" y="75600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0F264C39-7BC0-42FC-8EE8-A559589A0CA6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FA31F3E-D407-440E-96FF-F32CBD138C04}" type="datetimeFigureOut">
              <a:rPr lang="ru-RU"/>
              <a:t>27.04.2026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>
          <a:xfrm>
            <a:off x="8610600" y="75600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0F264C39-7BC0-42FC-8EE8-A559589A0CA6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FA31F3E-D407-440E-96FF-F32CBD138C04}" type="datetimeFigureOut">
              <a:rPr lang="ru-RU"/>
              <a:t>27.04.2026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>
          <a:xfrm>
            <a:off x="8610600" y="75600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0F264C39-7BC0-42FC-8EE8-A559589A0CA6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FA31F3E-D407-440E-96FF-F32CBD138C04}" type="datetimeFigureOut">
              <a:rPr lang="ru-RU"/>
              <a:t>27.04.2026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>
          <a:xfrm>
            <a:off x="8610600" y="75600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0F264C39-7BC0-42FC-8EE8-A559589A0CA6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FA31F3E-D407-440E-96FF-F32CBD138C04}" type="datetimeFigureOut">
              <a:rPr lang="ru-RU"/>
              <a:t>27.04.2026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>
          <a:xfrm>
            <a:off x="8610600" y="75600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0F264C39-7BC0-42FC-8EE8-A559589A0CA6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FA31F3E-D407-440E-96FF-F32CBD138C04}" type="datetimeFigureOut">
              <a:rPr lang="ru-RU"/>
              <a:t>27.04.2026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8610600" y="75600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0F264C39-7BC0-42FC-8EE8-A559589A0CA6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FA31F3E-D407-440E-96FF-F32CBD138C04}" type="datetimeFigureOut">
              <a:rPr lang="ru-RU"/>
              <a:t>27.04.2026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8610600" y="75600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0F264C39-7BC0-42FC-8EE8-A559589A0CA6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FA31F3E-D407-440E-96FF-F32CBD138C04}" type="datetimeFigureOut">
              <a:rPr lang="ru-RU"/>
              <a:t>27.04.2026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BDF276BF-66DA-1DEA-3FA0-F868CF4F96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9827394" y="540000"/>
            <a:ext cx="1519806" cy="923040"/>
          </a:xfrm>
          <a:prstGeom prst="rect">
            <a:avLst/>
          </a:prstGeom>
        </p:spPr>
        <p:txBody>
          <a:bodyPr/>
          <a:lstStyle>
            <a:lvl1pPr algn="r">
              <a:defRPr sz="2000">
                <a:latin typeface="Montserrat SemiBold" panose="00000700000000000000" pitchFamily="2" charset="-52"/>
              </a:defRPr>
            </a:lvl1pPr>
          </a:lstStyle>
          <a:p>
            <a:pPr algn="r">
              <a:defRPr/>
            </a:pPr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rn-2026.onrender.com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0C569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Полилиния: фигура 7"/>
          <p:cNvSpPr/>
          <p:nvPr/>
        </p:nvSpPr>
        <p:spPr bwMode="auto">
          <a:xfrm>
            <a:off x="-6324" y="1773453"/>
            <a:ext cx="12200365" cy="5102260"/>
          </a:xfrm>
          <a:custGeom>
            <a:avLst/>
            <a:gdLst>
              <a:gd name="connsiteX0" fmla="*/ 0 w 13506450"/>
              <a:gd name="connsiteY0" fmla="*/ 5143500 h 9220200"/>
              <a:gd name="connsiteX1" fmla="*/ 5924550 w 13506450"/>
              <a:gd name="connsiteY1" fmla="*/ 2438400 h 9220200"/>
              <a:gd name="connsiteX2" fmla="*/ 6134100 w 13506450"/>
              <a:gd name="connsiteY2" fmla="*/ 3733800 h 9220200"/>
              <a:gd name="connsiteX3" fmla="*/ 13506450 w 13506450"/>
              <a:gd name="connsiteY3" fmla="*/ 0 h 9220200"/>
              <a:gd name="connsiteX4" fmla="*/ 4610100 w 13506450"/>
              <a:gd name="connsiteY4" fmla="*/ 9220200 h 9220200"/>
              <a:gd name="connsiteX5" fmla="*/ 4419600 w 13506450"/>
              <a:gd name="connsiteY5" fmla="*/ 5829300 h 9220200"/>
              <a:gd name="connsiteX6" fmla="*/ 2990850 w 13506450"/>
              <a:gd name="connsiteY6" fmla="*/ 6877050 h 9220200"/>
              <a:gd name="connsiteX7" fmla="*/ 114300 w 13506450"/>
              <a:gd name="connsiteY7" fmla="*/ 6877050 h 9220200"/>
              <a:gd name="connsiteX8" fmla="*/ 0 w 13506450"/>
              <a:gd name="connsiteY8" fmla="*/ 5143500 h 9220200"/>
              <a:gd name="connsiteX0" fmla="*/ 0 w 13506450"/>
              <a:gd name="connsiteY0" fmla="*/ 5143500 h 9220200"/>
              <a:gd name="connsiteX1" fmla="*/ 5924550 w 13506450"/>
              <a:gd name="connsiteY1" fmla="*/ 2438400 h 9220200"/>
              <a:gd name="connsiteX2" fmla="*/ 6134100 w 13506450"/>
              <a:gd name="connsiteY2" fmla="*/ 3733800 h 9220200"/>
              <a:gd name="connsiteX3" fmla="*/ 13506450 w 13506450"/>
              <a:gd name="connsiteY3" fmla="*/ 0 h 9220200"/>
              <a:gd name="connsiteX4" fmla="*/ 4610100 w 13506450"/>
              <a:gd name="connsiteY4" fmla="*/ 9220200 h 9220200"/>
              <a:gd name="connsiteX5" fmla="*/ 4419600 w 13506450"/>
              <a:gd name="connsiteY5" fmla="*/ 5829300 h 9220200"/>
              <a:gd name="connsiteX6" fmla="*/ 2990850 w 13506450"/>
              <a:gd name="connsiteY6" fmla="*/ 6877050 h 9220200"/>
              <a:gd name="connsiteX7" fmla="*/ 1284 w 13506450"/>
              <a:gd name="connsiteY7" fmla="*/ 6835953 h 9220200"/>
              <a:gd name="connsiteX8" fmla="*/ 0 w 13506450"/>
              <a:gd name="connsiteY8" fmla="*/ 5143500 h 9220200"/>
              <a:gd name="connsiteX0" fmla="*/ 0 w 13506450"/>
              <a:gd name="connsiteY0" fmla="*/ 5143500 h 9220200"/>
              <a:gd name="connsiteX1" fmla="*/ 5924550 w 13506450"/>
              <a:gd name="connsiteY1" fmla="*/ 2438400 h 9220200"/>
              <a:gd name="connsiteX2" fmla="*/ 6134100 w 13506450"/>
              <a:gd name="connsiteY2" fmla="*/ 3733800 h 9220200"/>
              <a:gd name="connsiteX3" fmla="*/ 13506450 w 13506450"/>
              <a:gd name="connsiteY3" fmla="*/ 0 h 9220200"/>
              <a:gd name="connsiteX4" fmla="*/ 4610100 w 13506450"/>
              <a:gd name="connsiteY4" fmla="*/ 9220200 h 9220200"/>
              <a:gd name="connsiteX5" fmla="*/ 5344274 w 13506450"/>
              <a:gd name="connsiteY5" fmla="*/ 5007368 h 9220200"/>
              <a:gd name="connsiteX6" fmla="*/ 2990850 w 13506450"/>
              <a:gd name="connsiteY6" fmla="*/ 6877050 h 9220200"/>
              <a:gd name="connsiteX7" fmla="*/ 1284 w 13506450"/>
              <a:gd name="connsiteY7" fmla="*/ 6835953 h 9220200"/>
              <a:gd name="connsiteX8" fmla="*/ 0 w 13506450"/>
              <a:gd name="connsiteY8" fmla="*/ 5143500 h 9220200"/>
              <a:gd name="connsiteX0" fmla="*/ 0 w 13506450"/>
              <a:gd name="connsiteY0" fmla="*/ 5143500 h 9220200"/>
              <a:gd name="connsiteX1" fmla="*/ 5924550 w 13506450"/>
              <a:gd name="connsiteY1" fmla="*/ 2438400 h 9220200"/>
              <a:gd name="connsiteX2" fmla="*/ 6134100 w 13506450"/>
              <a:gd name="connsiteY2" fmla="*/ 3733800 h 9220200"/>
              <a:gd name="connsiteX3" fmla="*/ 13506450 w 13506450"/>
              <a:gd name="connsiteY3" fmla="*/ 0 h 9220200"/>
              <a:gd name="connsiteX4" fmla="*/ 4610100 w 13506450"/>
              <a:gd name="connsiteY4" fmla="*/ 9220200 h 9220200"/>
              <a:gd name="connsiteX5" fmla="*/ 5344274 w 13506450"/>
              <a:gd name="connsiteY5" fmla="*/ 5007368 h 9220200"/>
              <a:gd name="connsiteX6" fmla="*/ 3812783 w 13506450"/>
              <a:gd name="connsiteY6" fmla="*/ 6383890 h 9220200"/>
              <a:gd name="connsiteX7" fmla="*/ 1284 w 13506450"/>
              <a:gd name="connsiteY7" fmla="*/ 6835953 h 9220200"/>
              <a:gd name="connsiteX8" fmla="*/ 0 w 13506450"/>
              <a:gd name="connsiteY8" fmla="*/ 5143500 h 9220200"/>
              <a:gd name="connsiteX0" fmla="*/ 0 w 13506450"/>
              <a:gd name="connsiteY0" fmla="*/ 5143500 h 9220200"/>
              <a:gd name="connsiteX1" fmla="*/ 5924550 w 13506450"/>
              <a:gd name="connsiteY1" fmla="*/ 2438400 h 9220200"/>
              <a:gd name="connsiteX2" fmla="*/ 6134100 w 13506450"/>
              <a:gd name="connsiteY2" fmla="*/ 3733800 h 9220200"/>
              <a:gd name="connsiteX3" fmla="*/ 13506450 w 13506450"/>
              <a:gd name="connsiteY3" fmla="*/ 0 h 9220200"/>
              <a:gd name="connsiteX4" fmla="*/ 4610100 w 13506450"/>
              <a:gd name="connsiteY4" fmla="*/ 9220200 h 9220200"/>
              <a:gd name="connsiteX5" fmla="*/ 5611402 w 13506450"/>
              <a:gd name="connsiteY5" fmla="*/ 5058738 h 9220200"/>
              <a:gd name="connsiteX6" fmla="*/ 3812783 w 13506450"/>
              <a:gd name="connsiteY6" fmla="*/ 6383890 h 9220200"/>
              <a:gd name="connsiteX7" fmla="*/ 1284 w 13506450"/>
              <a:gd name="connsiteY7" fmla="*/ 6835953 h 9220200"/>
              <a:gd name="connsiteX8" fmla="*/ 0 w 13506450"/>
              <a:gd name="connsiteY8" fmla="*/ 5143500 h 9220200"/>
              <a:gd name="connsiteX0" fmla="*/ 0 w 13506450"/>
              <a:gd name="connsiteY0" fmla="*/ 5143500 h 9220200"/>
              <a:gd name="connsiteX1" fmla="*/ 5924550 w 13506450"/>
              <a:gd name="connsiteY1" fmla="*/ 2438400 h 9220200"/>
              <a:gd name="connsiteX2" fmla="*/ 7253983 w 13506450"/>
              <a:gd name="connsiteY2" fmla="*/ 3158447 h 9220200"/>
              <a:gd name="connsiteX3" fmla="*/ 13506450 w 13506450"/>
              <a:gd name="connsiteY3" fmla="*/ 0 h 9220200"/>
              <a:gd name="connsiteX4" fmla="*/ 4610100 w 13506450"/>
              <a:gd name="connsiteY4" fmla="*/ 9220200 h 9220200"/>
              <a:gd name="connsiteX5" fmla="*/ 5611402 w 13506450"/>
              <a:gd name="connsiteY5" fmla="*/ 5058738 h 9220200"/>
              <a:gd name="connsiteX6" fmla="*/ 3812783 w 13506450"/>
              <a:gd name="connsiteY6" fmla="*/ 6383890 h 9220200"/>
              <a:gd name="connsiteX7" fmla="*/ 1284 w 13506450"/>
              <a:gd name="connsiteY7" fmla="*/ 6835953 h 9220200"/>
              <a:gd name="connsiteX8" fmla="*/ 0 w 13506450"/>
              <a:gd name="connsiteY8" fmla="*/ 5143500 h 9220200"/>
              <a:gd name="connsiteX0" fmla="*/ 0 w 13506450"/>
              <a:gd name="connsiteY0" fmla="*/ 5143500 h 9220200"/>
              <a:gd name="connsiteX1" fmla="*/ 6808128 w 13506450"/>
              <a:gd name="connsiteY1" fmla="*/ 2017160 h 9220200"/>
              <a:gd name="connsiteX2" fmla="*/ 7253983 w 13506450"/>
              <a:gd name="connsiteY2" fmla="*/ 3158447 h 9220200"/>
              <a:gd name="connsiteX3" fmla="*/ 13506450 w 13506450"/>
              <a:gd name="connsiteY3" fmla="*/ 0 h 9220200"/>
              <a:gd name="connsiteX4" fmla="*/ 4610100 w 13506450"/>
              <a:gd name="connsiteY4" fmla="*/ 9220200 h 9220200"/>
              <a:gd name="connsiteX5" fmla="*/ 5611402 w 13506450"/>
              <a:gd name="connsiteY5" fmla="*/ 5058738 h 9220200"/>
              <a:gd name="connsiteX6" fmla="*/ 3812783 w 13506450"/>
              <a:gd name="connsiteY6" fmla="*/ 6383890 h 9220200"/>
              <a:gd name="connsiteX7" fmla="*/ 1284 w 13506450"/>
              <a:gd name="connsiteY7" fmla="*/ 6835953 h 9220200"/>
              <a:gd name="connsiteX8" fmla="*/ 0 w 13506450"/>
              <a:gd name="connsiteY8" fmla="*/ 5143500 h 9220200"/>
              <a:gd name="connsiteX0" fmla="*/ 0 w 13506450"/>
              <a:gd name="connsiteY0" fmla="*/ 5143500 h 7216739"/>
              <a:gd name="connsiteX1" fmla="*/ 6808128 w 13506450"/>
              <a:gd name="connsiteY1" fmla="*/ 2017160 h 7216739"/>
              <a:gd name="connsiteX2" fmla="*/ 7253983 w 13506450"/>
              <a:gd name="connsiteY2" fmla="*/ 3158447 h 7216739"/>
              <a:gd name="connsiteX3" fmla="*/ 13506450 w 13506450"/>
              <a:gd name="connsiteY3" fmla="*/ 0 h 7216739"/>
              <a:gd name="connsiteX4" fmla="*/ 6551915 w 13506450"/>
              <a:gd name="connsiteY4" fmla="*/ 7216739 h 7216739"/>
              <a:gd name="connsiteX5" fmla="*/ 5611402 w 13506450"/>
              <a:gd name="connsiteY5" fmla="*/ 5058738 h 7216739"/>
              <a:gd name="connsiteX6" fmla="*/ 3812783 w 13506450"/>
              <a:gd name="connsiteY6" fmla="*/ 6383890 h 7216739"/>
              <a:gd name="connsiteX7" fmla="*/ 1284 w 13506450"/>
              <a:gd name="connsiteY7" fmla="*/ 6835953 h 7216739"/>
              <a:gd name="connsiteX8" fmla="*/ 0 w 13506450"/>
              <a:gd name="connsiteY8" fmla="*/ 5143500 h 7216739"/>
              <a:gd name="connsiteX0" fmla="*/ 0 w 13506450"/>
              <a:gd name="connsiteY0" fmla="*/ 5143500 h 7216739"/>
              <a:gd name="connsiteX1" fmla="*/ 6725934 w 13506450"/>
              <a:gd name="connsiteY1" fmla="*/ 2058256 h 7216739"/>
              <a:gd name="connsiteX2" fmla="*/ 7253983 w 13506450"/>
              <a:gd name="connsiteY2" fmla="*/ 3158447 h 7216739"/>
              <a:gd name="connsiteX3" fmla="*/ 13506450 w 13506450"/>
              <a:gd name="connsiteY3" fmla="*/ 0 h 7216739"/>
              <a:gd name="connsiteX4" fmla="*/ 6551915 w 13506450"/>
              <a:gd name="connsiteY4" fmla="*/ 7216739 h 7216739"/>
              <a:gd name="connsiteX5" fmla="*/ 5611402 w 13506450"/>
              <a:gd name="connsiteY5" fmla="*/ 5058738 h 7216739"/>
              <a:gd name="connsiteX6" fmla="*/ 3812783 w 13506450"/>
              <a:gd name="connsiteY6" fmla="*/ 6383890 h 7216739"/>
              <a:gd name="connsiteX7" fmla="*/ 1284 w 13506450"/>
              <a:gd name="connsiteY7" fmla="*/ 6835953 h 7216739"/>
              <a:gd name="connsiteX8" fmla="*/ 0 w 13506450"/>
              <a:gd name="connsiteY8" fmla="*/ 5143500 h 7216739"/>
              <a:gd name="connsiteX0" fmla="*/ 0 w 13506450"/>
              <a:gd name="connsiteY0" fmla="*/ 5143500 h 7216739"/>
              <a:gd name="connsiteX1" fmla="*/ 6962239 w 13506450"/>
              <a:gd name="connsiteY1" fmla="*/ 1945240 h 7216739"/>
              <a:gd name="connsiteX2" fmla="*/ 7253983 w 13506450"/>
              <a:gd name="connsiteY2" fmla="*/ 3158447 h 7216739"/>
              <a:gd name="connsiteX3" fmla="*/ 13506450 w 13506450"/>
              <a:gd name="connsiteY3" fmla="*/ 0 h 7216739"/>
              <a:gd name="connsiteX4" fmla="*/ 6551915 w 13506450"/>
              <a:gd name="connsiteY4" fmla="*/ 7216739 h 7216739"/>
              <a:gd name="connsiteX5" fmla="*/ 5611402 w 13506450"/>
              <a:gd name="connsiteY5" fmla="*/ 5058738 h 7216739"/>
              <a:gd name="connsiteX6" fmla="*/ 3812783 w 13506450"/>
              <a:gd name="connsiteY6" fmla="*/ 6383890 h 7216739"/>
              <a:gd name="connsiteX7" fmla="*/ 1284 w 13506450"/>
              <a:gd name="connsiteY7" fmla="*/ 6835953 h 7216739"/>
              <a:gd name="connsiteX8" fmla="*/ 0 w 13506450"/>
              <a:gd name="connsiteY8" fmla="*/ 5143500 h 7216739"/>
              <a:gd name="connsiteX0" fmla="*/ 0 w 13506450"/>
              <a:gd name="connsiteY0" fmla="*/ 5143500 h 7216739"/>
              <a:gd name="connsiteX1" fmla="*/ 6962239 w 13506450"/>
              <a:gd name="connsiteY1" fmla="*/ 1945240 h 7216739"/>
              <a:gd name="connsiteX2" fmla="*/ 7253983 w 13506450"/>
              <a:gd name="connsiteY2" fmla="*/ 3158447 h 7216739"/>
              <a:gd name="connsiteX3" fmla="*/ 13506450 w 13506450"/>
              <a:gd name="connsiteY3" fmla="*/ 0 h 7216739"/>
              <a:gd name="connsiteX4" fmla="*/ 6551915 w 13506450"/>
              <a:gd name="connsiteY4" fmla="*/ 7216739 h 7216739"/>
              <a:gd name="connsiteX5" fmla="*/ 5611402 w 13506450"/>
              <a:gd name="connsiteY5" fmla="*/ 5058738 h 7216739"/>
              <a:gd name="connsiteX6" fmla="*/ 4408684 w 13506450"/>
              <a:gd name="connsiteY6" fmla="*/ 5931827 h 7216739"/>
              <a:gd name="connsiteX7" fmla="*/ 1284 w 13506450"/>
              <a:gd name="connsiteY7" fmla="*/ 6835953 h 7216739"/>
              <a:gd name="connsiteX8" fmla="*/ 0 w 13506450"/>
              <a:gd name="connsiteY8" fmla="*/ 5143500 h 7216739"/>
              <a:gd name="connsiteX0" fmla="*/ 0 w 13506450"/>
              <a:gd name="connsiteY0" fmla="*/ 5143500 h 7216739"/>
              <a:gd name="connsiteX1" fmla="*/ 6962239 w 13506450"/>
              <a:gd name="connsiteY1" fmla="*/ 1945240 h 7216739"/>
              <a:gd name="connsiteX2" fmla="*/ 7253983 w 13506450"/>
              <a:gd name="connsiteY2" fmla="*/ 3158447 h 7216739"/>
              <a:gd name="connsiteX3" fmla="*/ 13506450 w 13506450"/>
              <a:gd name="connsiteY3" fmla="*/ 0 h 7216739"/>
              <a:gd name="connsiteX4" fmla="*/ 6551915 w 13506450"/>
              <a:gd name="connsiteY4" fmla="*/ 7216739 h 7216739"/>
              <a:gd name="connsiteX5" fmla="*/ 5611402 w 13506450"/>
              <a:gd name="connsiteY5" fmla="*/ 5058738 h 7216739"/>
              <a:gd name="connsiteX6" fmla="*/ 4408684 w 13506450"/>
              <a:gd name="connsiteY6" fmla="*/ 5931827 h 7216739"/>
              <a:gd name="connsiteX7" fmla="*/ 206768 w 13506450"/>
              <a:gd name="connsiteY7" fmla="*/ 5716069 h 7216739"/>
              <a:gd name="connsiteX8" fmla="*/ 0 w 13506450"/>
              <a:gd name="connsiteY8" fmla="*/ 5143500 h 7216739"/>
              <a:gd name="connsiteX0" fmla="*/ 0 w 13506450"/>
              <a:gd name="connsiteY0" fmla="*/ 5143500 h 7216739"/>
              <a:gd name="connsiteX1" fmla="*/ 6962239 w 13506450"/>
              <a:gd name="connsiteY1" fmla="*/ 1945240 h 7216739"/>
              <a:gd name="connsiteX2" fmla="*/ 7253983 w 13506450"/>
              <a:gd name="connsiteY2" fmla="*/ 3158447 h 7216739"/>
              <a:gd name="connsiteX3" fmla="*/ 13506450 w 13506450"/>
              <a:gd name="connsiteY3" fmla="*/ 0 h 7216739"/>
              <a:gd name="connsiteX4" fmla="*/ 6551915 w 13506450"/>
              <a:gd name="connsiteY4" fmla="*/ 7216739 h 7216739"/>
              <a:gd name="connsiteX5" fmla="*/ 5611402 w 13506450"/>
              <a:gd name="connsiteY5" fmla="*/ 5058738 h 7216739"/>
              <a:gd name="connsiteX6" fmla="*/ 4408684 w 13506450"/>
              <a:gd name="connsiteY6" fmla="*/ 5931827 h 7216739"/>
              <a:gd name="connsiteX7" fmla="*/ 42381 w 13506450"/>
              <a:gd name="connsiteY7" fmla="*/ 5952375 h 7216739"/>
              <a:gd name="connsiteX8" fmla="*/ 0 w 13506450"/>
              <a:gd name="connsiteY8" fmla="*/ 5143500 h 7216739"/>
              <a:gd name="connsiteX0" fmla="*/ 0 w 13506450"/>
              <a:gd name="connsiteY0" fmla="*/ 5143500 h 7216739"/>
              <a:gd name="connsiteX1" fmla="*/ 6962239 w 13506450"/>
              <a:gd name="connsiteY1" fmla="*/ 1945240 h 7216739"/>
              <a:gd name="connsiteX2" fmla="*/ 7253983 w 13506450"/>
              <a:gd name="connsiteY2" fmla="*/ 3158447 h 7216739"/>
              <a:gd name="connsiteX3" fmla="*/ 13506450 w 13506450"/>
              <a:gd name="connsiteY3" fmla="*/ 0 h 7216739"/>
              <a:gd name="connsiteX4" fmla="*/ 6551915 w 13506450"/>
              <a:gd name="connsiteY4" fmla="*/ 7216739 h 7216739"/>
              <a:gd name="connsiteX5" fmla="*/ 5611402 w 13506450"/>
              <a:gd name="connsiteY5" fmla="*/ 5058738 h 7216739"/>
              <a:gd name="connsiteX6" fmla="*/ 4408684 w 13506450"/>
              <a:gd name="connsiteY6" fmla="*/ 5931827 h 7216739"/>
              <a:gd name="connsiteX7" fmla="*/ 11559 w 13506450"/>
              <a:gd name="connsiteY7" fmla="*/ 5983198 h 7216739"/>
              <a:gd name="connsiteX8" fmla="*/ 0 w 13506450"/>
              <a:gd name="connsiteY8" fmla="*/ 5143500 h 7216739"/>
              <a:gd name="connsiteX0" fmla="*/ 0 w 13506450"/>
              <a:gd name="connsiteY0" fmla="*/ 5143500 h 7216739"/>
              <a:gd name="connsiteX1" fmla="*/ 6962239 w 13506450"/>
              <a:gd name="connsiteY1" fmla="*/ 1945240 h 7216739"/>
              <a:gd name="connsiteX2" fmla="*/ 7253983 w 13506450"/>
              <a:gd name="connsiteY2" fmla="*/ 3158447 h 7216739"/>
              <a:gd name="connsiteX3" fmla="*/ 13506450 w 13506450"/>
              <a:gd name="connsiteY3" fmla="*/ 0 h 7216739"/>
              <a:gd name="connsiteX4" fmla="*/ 6551915 w 13506450"/>
              <a:gd name="connsiteY4" fmla="*/ 7216739 h 7216739"/>
              <a:gd name="connsiteX5" fmla="*/ 5611402 w 13506450"/>
              <a:gd name="connsiteY5" fmla="*/ 5058738 h 7216739"/>
              <a:gd name="connsiteX6" fmla="*/ 4316217 w 13506450"/>
              <a:gd name="connsiteY6" fmla="*/ 5983198 h 7216739"/>
              <a:gd name="connsiteX7" fmla="*/ 11559 w 13506450"/>
              <a:gd name="connsiteY7" fmla="*/ 5983198 h 7216739"/>
              <a:gd name="connsiteX8" fmla="*/ 0 w 13506450"/>
              <a:gd name="connsiteY8" fmla="*/ 5143500 h 7216739"/>
              <a:gd name="connsiteX0" fmla="*/ 19263 w 13494891"/>
              <a:gd name="connsiteY0" fmla="*/ 4825001 h 7216739"/>
              <a:gd name="connsiteX1" fmla="*/ 6950680 w 13494891"/>
              <a:gd name="connsiteY1" fmla="*/ 1945240 h 7216739"/>
              <a:gd name="connsiteX2" fmla="*/ 7242424 w 13494891"/>
              <a:gd name="connsiteY2" fmla="*/ 3158447 h 7216739"/>
              <a:gd name="connsiteX3" fmla="*/ 13494891 w 13494891"/>
              <a:gd name="connsiteY3" fmla="*/ 0 h 7216739"/>
              <a:gd name="connsiteX4" fmla="*/ 6540356 w 13494891"/>
              <a:gd name="connsiteY4" fmla="*/ 7216739 h 7216739"/>
              <a:gd name="connsiteX5" fmla="*/ 5599843 w 13494891"/>
              <a:gd name="connsiteY5" fmla="*/ 5058738 h 7216739"/>
              <a:gd name="connsiteX6" fmla="*/ 4304658 w 13494891"/>
              <a:gd name="connsiteY6" fmla="*/ 5983198 h 7216739"/>
              <a:gd name="connsiteX7" fmla="*/ 0 w 13494891"/>
              <a:gd name="connsiteY7" fmla="*/ 5983198 h 7216739"/>
              <a:gd name="connsiteX8" fmla="*/ 19263 w 13494891"/>
              <a:gd name="connsiteY8" fmla="*/ 4825001 h 7216739"/>
              <a:gd name="connsiteX0" fmla="*/ 8989 w 13494891"/>
              <a:gd name="connsiteY0" fmla="*/ 4825001 h 7216739"/>
              <a:gd name="connsiteX1" fmla="*/ 6950680 w 13494891"/>
              <a:gd name="connsiteY1" fmla="*/ 1945240 h 7216739"/>
              <a:gd name="connsiteX2" fmla="*/ 7242424 w 13494891"/>
              <a:gd name="connsiteY2" fmla="*/ 3158447 h 7216739"/>
              <a:gd name="connsiteX3" fmla="*/ 13494891 w 13494891"/>
              <a:gd name="connsiteY3" fmla="*/ 0 h 7216739"/>
              <a:gd name="connsiteX4" fmla="*/ 6540356 w 13494891"/>
              <a:gd name="connsiteY4" fmla="*/ 7216739 h 7216739"/>
              <a:gd name="connsiteX5" fmla="*/ 5599843 w 13494891"/>
              <a:gd name="connsiteY5" fmla="*/ 5058738 h 7216739"/>
              <a:gd name="connsiteX6" fmla="*/ 4304658 w 13494891"/>
              <a:gd name="connsiteY6" fmla="*/ 5983198 h 7216739"/>
              <a:gd name="connsiteX7" fmla="*/ 0 w 13494891"/>
              <a:gd name="connsiteY7" fmla="*/ 5983198 h 7216739"/>
              <a:gd name="connsiteX8" fmla="*/ 8989 w 13494891"/>
              <a:gd name="connsiteY8" fmla="*/ 4825001 h 7216739"/>
              <a:gd name="connsiteX0" fmla="*/ 8989 w 13494891"/>
              <a:gd name="connsiteY0" fmla="*/ 4825001 h 7216739"/>
              <a:gd name="connsiteX1" fmla="*/ 6950680 w 13494891"/>
              <a:gd name="connsiteY1" fmla="*/ 1945240 h 7216739"/>
              <a:gd name="connsiteX2" fmla="*/ 7242424 w 13494891"/>
              <a:gd name="connsiteY2" fmla="*/ 3158447 h 7216739"/>
              <a:gd name="connsiteX3" fmla="*/ 13494891 w 13494891"/>
              <a:gd name="connsiteY3" fmla="*/ 0 h 7216739"/>
              <a:gd name="connsiteX4" fmla="*/ 7984475 w 13494891"/>
              <a:gd name="connsiteY4" fmla="*/ 5700759 h 7216739"/>
              <a:gd name="connsiteX5" fmla="*/ 6540356 w 13494891"/>
              <a:gd name="connsiteY5" fmla="*/ 7216739 h 7216739"/>
              <a:gd name="connsiteX6" fmla="*/ 5599843 w 13494891"/>
              <a:gd name="connsiteY6" fmla="*/ 5058738 h 7216739"/>
              <a:gd name="connsiteX7" fmla="*/ 4304658 w 13494891"/>
              <a:gd name="connsiteY7" fmla="*/ 5983198 h 7216739"/>
              <a:gd name="connsiteX8" fmla="*/ 0 w 13494891"/>
              <a:gd name="connsiteY8" fmla="*/ 5983198 h 7216739"/>
              <a:gd name="connsiteX9" fmla="*/ 8989 w 13494891"/>
              <a:gd name="connsiteY9" fmla="*/ 4825001 h 7216739"/>
              <a:gd name="connsiteX0" fmla="*/ 8989 w 13494891"/>
              <a:gd name="connsiteY0" fmla="*/ 4825001 h 7216739"/>
              <a:gd name="connsiteX1" fmla="*/ 6950680 w 13494891"/>
              <a:gd name="connsiteY1" fmla="*/ 1945240 h 7216739"/>
              <a:gd name="connsiteX2" fmla="*/ 7242424 w 13494891"/>
              <a:gd name="connsiteY2" fmla="*/ 3158447 h 7216739"/>
              <a:gd name="connsiteX3" fmla="*/ 13494891 w 13494891"/>
              <a:gd name="connsiteY3" fmla="*/ 0 h 7216739"/>
              <a:gd name="connsiteX4" fmla="*/ 7941779 w 13494891"/>
              <a:gd name="connsiteY4" fmla="*/ 5747013 h 7216739"/>
              <a:gd name="connsiteX5" fmla="*/ 6540356 w 13494891"/>
              <a:gd name="connsiteY5" fmla="*/ 7216739 h 7216739"/>
              <a:gd name="connsiteX6" fmla="*/ 5599843 w 13494891"/>
              <a:gd name="connsiteY6" fmla="*/ 5058738 h 7216739"/>
              <a:gd name="connsiteX7" fmla="*/ 4304658 w 13494891"/>
              <a:gd name="connsiteY7" fmla="*/ 5983198 h 7216739"/>
              <a:gd name="connsiteX8" fmla="*/ 0 w 13494891"/>
              <a:gd name="connsiteY8" fmla="*/ 5983198 h 7216739"/>
              <a:gd name="connsiteX9" fmla="*/ 8989 w 13494891"/>
              <a:gd name="connsiteY9" fmla="*/ 4825001 h 7216739"/>
              <a:gd name="connsiteX0" fmla="*/ 8989 w 13494891"/>
              <a:gd name="connsiteY0" fmla="*/ 4825001 h 5983198"/>
              <a:gd name="connsiteX1" fmla="*/ 6950680 w 13494891"/>
              <a:gd name="connsiteY1" fmla="*/ 1945240 h 5983198"/>
              <a:gd name="connsiteX2" fmla="*/ 7242424 w 13494891"/>
              <a:gd name="connsiteY2" fmla="*/ 3158447 h 5983198"/>
              <a:gd name="connsiteX3" fmla="*/ 13494891 w 13494891"/>
              <a:gd name="connsiteY3" fmla="*/ 0 h 5983198"/>
              <a:gd name="connsiteX4" fmla="*/ 7941779 w 13494891"/>
              <a:gd name="connsiteY4" fmla="*/ 5747013 h 5983198"/>
              <a:gd name="connsiteX5" fmla="*/ 5896362 w 13494891"/>
              <a:gd name="connsiteY5" fmla="*/ 5740179 h 5983198"/>
              <a:gd name="connsiteX6" fmla="*/ 5599843 w 13494891"/>
              <a:gd name="connsiteY6" fmla="*/ 5058738 h 5983198"/>
              <a:gd name="connsiteX7" fmla="*/ 4304658 w 13494891"/>
              <a:gd name="connsiteY7" fmla="*/ 5983198 h 5983198"/>
              <a:gd name="connsiteX8" fmla="*/ 0 w 13494891"/>
              <a:gd name="connsiteY8" fmla="*/ 5983198 h 5983198"/>
              <a:gd name="connsiteX9" fmla="*/ 8989 w 13494891"/>
              <a:gd name="connsiteY9" fmla="*/ 4825001 h 5983198"/>
              <a:gd name="connsiteX0" fmla="*/ 8989 w 13494891"/>
              <a:gd name="connsiteY0" fmla="*/ 4825001 h 5983198"/>
              <a:gd name="connsiteX1" fmla="*/ 6950680 w 13494891"/>
              <a:gd name="connsiteY1" fmla="*/ 1945240 h 5983198"/>
              <a:gd name="connsiteX2" fmla="*/ 7242424 w 13494891"/>
              <a:gd name="connsiteY2" fmla="*/ 3158447 h 5983198"/>
              <a:gd name="connsiteX3" fmla="*/ 13494891 w 13494891"/>
              <a:gd name="connsiteY3" fmla="*/ 0 h 5983198"/>
              <a:gd name="connsiteX4" fmla="*/ 7941779 w 13494891"/>
              <a:gd name="connsiteY4" fmla="*/ 5747013 h 5983198"/>
              <a:gd name="connsiteX5" fmla="*/ 5896362 w 13494891"/>
              <a:gd name="connsiteY5" fmla="*/ 5740179 h 5983198"/>
              <a:gd name="connsiteX6" fmla="*/ 5599843 w 13494891"/>
              <a:gd name="connsiteY6" fmla="*/ 5058738 h 5983198"/>
              <a:gd name="connsiteX7" fmla="*/ 4639108 w 13494891"/>
              <a:gd name="connsiteY7" fmla="*/ 5748372 h 5983198"/>
              <a:gd name="connsiteX8" fmla="*/ 0 w 13494891"/>
              <a:gd name="connsiteY8" fmla="*/ 5983198 h 5983198"/>
              <a:gd name="connsiteX9" fmla="*/ 8989 w 13494891"/>
              <a:gd name="connsiteY9" fmla="*/ 4825001 h 5983198"/>
              <a:gd name="connsiteX0" fmla="*/ 8989 w 13494891"/>
              <a:gd name="connsiteY0" fmla="*/ 4825001 h 5983198"/>
              <a:gd name="connsiteX1" fmla="*/ 6950680 w 13494891"/>
              <a:gd name="connsiteY1" fmla="*/ 1945240 h 5983198"/>
              <a:gd name="connsiteX2" fmla="*/ 7242424 w 13494891"/>
              <a:gd name="connsiteY2" fmla="*/ 3158447 h 5983198"/>
              <a:gd name="connsiteX3" fmla="*/ 13494891 w 13494891"/>
              <a:gd name="connsiteY3" fmla="*/ 0 h 5983198"/>
              <a:gd name="connsiteX4" fmla="*/ 7941779 w 13494891"/>
              <a:gd name="connsiteY4" fmla="*/ 5747013 h 5983198"/>
              <a:gd name="connsiteX5" fmla="*/ 5907036 w 13494891"/>
              <a:gd name="connsiteY5" fmla="*/ 5747295 h 5983198"/>
              <a:gd name="connsiteX6" fmla="*/ 5599843 w 13494891"/>
              <a:gd name="connsiteY6" fmla="*/ 5058738 h 5983198"/>
              <a:gd name="connsiteX7" fmla="*/ 4639108 w 13494891"/>
              <a:gd name="connsiteY7" fmla="*/ 5748372 h 5983198"/>
              <a:gd name="connsiteX8" fmla="*/ 0 w 13494891"/>
              <a:gd name="connsiteY8" fmla="*/ 5983198 h 5983198"/>
              <a:gd name="connsiteX9" fmla="*/ 8989 w 13494891"/>
              <a:gd name="connsiteY9" fmla="*/ 4825001 h 5983198"/>
              <a:gd name="connsiteX0" fmla="*/ 708 w 13486610"/>
              <a:gd name="connsiteY0" fmla="*/ 4825001 h 5805300"/>
              <a:gd name="connsiteX1" fmla="*/ 6942399 w 13486610"/>
              <a:gd name="connsiteY1" fmla="*/ 1945240 h 5805300"/>
              <a:gd name="connsiteX2" fmla="*/ 7234143 w 13486610"/>
              <a:gd name="connsiteY2" fmla="*/ 3158447 h 5805300"/>
              <a:gd name="connsiteX3" fmla="*/ 13486610 w 13486610"/>
              <a:gd name="connsiteY3" fmla="*/ 0 h 5805300"/>
              <a:gd name="connsiteX4" fmla="*/ 7933498 w 13486610"/>
              <a:gd name="connsiteY4" fmla="*/ 5747013 h 5805300"/>
              <a:gd name="connsiteX5" fmla="*/ 5898755 w 13486610"/>
              <a:gd name="connsiteY5" fmla="*/ 5747295 h 5805300"/>
              <a:gd name="connsiteX6" fmla="*/ 5591562 w 13486610"/>
              <a:gd name="connsiteY6" fmla="*/ 5058738 h 5805300"/>
              <a:gd name="connsiteX7" fmla="*/ 4630827 w 13486610"/>
              <a:gd name="connsiteY7" fmla="*/ 5748372 h 5805300"/>
              <a:gd name="connsiteX8" fmla="*/ 2393 w 13486610"/>
              <a:gd name="connsiteY8" fmla="*/ 5805300 h 5805300"/>
              <a:gd name="connsiteX9" fmla="*/ 708 w 13486610"/>
              <a:gd name="connsiteY9" fmla="*/ 4825001 h 5805300"/>
              <a:gd name="connsiteX0" fmla="*/ 129 w 13486031"/>
              <a:gd name="connsiteY0" fmla="*/ 4825001 h 5748372"/>
              <a:gd name="connsiteX1" fmla="*/ 6941820 w 13486031"/>
              <a:gd name="connsiteY1" fmla="*/ 1945240 h 5748372"/>
              <a:gd name="connsiteX2" fmla="*/ 7233564 w 13486031"/>
              <a:gd name="connsiteY2" fmla="*/ 3158447 h 5748372"/>
              <a:gd name="connsiteX3" fmla="*/ 13486031 w 13486031"/>
              <a:gd name="connsiteY3" fmla="*/ 0 h 5748372"/>
              <a:gd name="connsiteX4" fmla="*/ 7932919 w 13486031"/>
              <a:gd name="connsiteY4" fmla="*/ 5747013 h 5748372"/>
              <a:gd name="connsiteX5" fmla="*/ 5898176 w 13486031"/>
              <a:gd name="connsiteY5" fmla="*/ 5747295 h 5748372"/>
              <a:gd name="connsiteX6" fmla="*/ 5590983 w 13486031"/>
              <a:gd name="connsiteY6" fmla="*/ 5058738 h 5748372"/>
              <a:gd name="connsiteX7" fmla="*/ 4630248 w 13486031"/>
              <a:gd name="connsiteY7" fmla="*/ 5748372 h 5748372"/>
              <a:gd name="connsiteX8" fmla="*/ 44510 w 13486031"/>
              <a:gd name="connsiteY8" fmla="*/ 5648749 h 5748372"/>
              <a:gd name="connsiteX9" fmla="*/ 129 w 13486031"/>
              <a:gd name="connsiteY9" fmla="*/ 4825001 h 5748372"/>
              <a:gd name="connsiteX0" fmla="*/ 8989 w 13494891"/>
              <a:gd name="connsiteY0" fmla="*/ 4825001 h 5748372"/>
              <a:gd name="connsiteX1" fmla="*/ 6950680 w 13494891"/>
              <a:gd name="connsiteY1" fmla="*/ 1945240 h 5748372"/>
              <a:gd name="connsiteX2" fmla="*/ 7242424 w 13494891"/>
              <a:gd name="connsiteY2" fmla="*/ 3158447 h 5748372"/>
              <a:gd name="connsiteX3" fmla="*/ 13494891 w 13494891"/>
              <a:gd name="connsiteY3" fmla="*/ 0 h 5748372"/>
              <a:gd name="connsiteX4" fmla="*/ 7941779 w 13494891"/>
              <a:gd name="connsiteY4" fmla="*/ 5747013 h 5748372"/>
              <a:gd name="connsiteX5" fmla="*/ 5907036 w 13494891"/>
              <a:gd name="connsiteY5" fmla="*/ 5747295 h 5748372"/>
              <a:gd name="connsiteX6" fmla="*/ 5599843 w 13494891"/>
              <a:gd name="connsiteY6" fmla="*/ 5058738 h 5748372"/>
              <a:gd name="connsiteX7" fmla="*/ 4639108 w 13494891"/>
              <a:gd name="connsiteY7" fmla="*/ 5748372 h 5748372"/>
              <a:gd name="connsiteX8" fmla="*/ 0 w 13494891"/>
              <a:gd name="connsiteY8" fmla="*/ 5744814 h 5748372"/>
              <a:gd name="connsiteX9" fmla="*/ 8989 w 13494891"/>
              <a:gd name="connsiteY9" fmla="*/ 4825001 h 5748372"/>
              <a:gd name="connsiteX0" fmla="*/ 707 w 13497283"/>
              <a:gd name="connsiteY0" fmla="*/ 4832117 h 5748372"/>
              <a:gd name="connsiteX1" fmla="*/ 6953072 w 13497283"/>
              <a:gd name="connsiteY1" fmla="*/ 1945240 h 5748372"/>
              <a:gd name="connsiteX2" fmla="*/ 7244816 w 13497283"/>
              <a:gd name="connsiteY2" fmla="*/ 3158447 h 5748372"/>
              <a:gd name="connsiteX3" fmla="*/ 13497283 w 13497283"/>
              <a:gd name="connsiteY3" fmla="*/ 0 h 5748372"/>
              <a:gd name="connsiteX4" fmla="*/ 7944171 w 13497283"/>
              <a:gd name="connsiteY4" fmla="*/ 5747013 h 5748372"/>
              <a:gd name="connsiteX5" fmla="*/ 5909428 w 13497283"/>
              <a:gd name="connsiteY5" fmla="*/ 5747295 h 5748372"/>
              <a:gd name="connsiteX6" fmla="*/ 5602235 w 13497283"/>
              <a:gd name="connsiteY6" fmla="*/ 5058738 h 5748372"/>
              <a:gd name="connsiteX7" fmla="*/ 4641500 w 13497283"/>
              <a:gd name="connsiteY7" fmla="*/ 5748372 h 5748372"/>
              <a:gd name="connsiteX8" fmla="*/ 2392 w 13497283"/>
              <a:gd name="connsiteY8" fmla="*/ 5744814 h 5748372"/>
              <a:gd name="connsiteX9" fmla="*/ 707 w 13497283"/>
              <a:gd name="connsiteY9" fmla="*/ 4832117 h 5748372"/>
              <a:gd name="connsiteX0" fmla="*/ 707 w 13497283"/>
              <a:gd name="connsiteY0" fmla="*/ 4832117 h 5748372"/>
              <a:gd name="connsiteX1" fmla="*/ 6953072 w 13497283"/>
              <a:gd name="connsiteY1" fmla="*/ 1945240 h 5748372"/>
              <a:gd name="connsiteX2" fmla="*/ 7244816 w 13497283"/>
              <a:gd name="connsiteY2" fmla="*/ 3158447 h 5748372"/>
              <a:gd name="connsiteX3" fmla="*/ 12257081 w 13497283"/>
              <a:gd name="connsiteY3" fmla="*/ 613324 h 5748372"/>
              <a:gd name="connsiteX4" fmla="*/ 13497283 w 13497283"/>
              <a:gd name="connsiteY4" fmla="*/ 0 h 5748372"/>
              <a:gd name="connsiteX5" fmla="*/ 7944171 w 13497283"/>
              <a:gd name="connsiteY5" fmla="*/ 5747013 h 5748372"/>
              <a:gd name="connsiteX6" fmla="*/ 5909428 w 13497283"/>
              <a:gd name="connsiteY6" fmla="*/ 5747295 h 5748372"/>
              <a:gd name="connsiteX7" fmla="*/ 5602235 w 13497283"/>
              <a:gd name="connsiteY7" fmla="*/ 5058738 h 5748372"/>
              <a:gd name="connsiteX8" fmla="*/ 4641500 w 13497283"/>
              <a:gd name="connsiteY8" fmla="*/ 5748372 h 5748372"/>
              <a:gd name="connsiteX9" fmla="*/ 2392 w 13497283"/>
              <a:gd name="connsiteY9" fmla="*/ 5744814 h 5748372"/>
              <a:gd name="connsiteX10" fmla="*/ 707 w 13497283"/>
              <a:gd name="connsiteY10" fmla="*/ 4832117 h 5748372"/>
              <a:gd name="connsiteX0" fmla="*/ 707 w 13497283"/>
              <a:gd name="connsiteY0" fmla="*/ 4832117 h 5748372"/>
              <a:gd name="connsiteX1" fmla="*/ 6953072 w 13497283"/>
              <a:gd name="connsiteY1" fmla="*/ 1945240 h 5748372"/>
              <a:gd name="connsiteX2" fmla="*/ 7244816 w 13497283"/>
              <a:gd name="connsiteY2" fmla="*/ 3158447 h 5748372"/>
              <a:gd name="connsiteX3" fmla="*/ 12198792 w 13497283"/>
              <a:gd name="connsiteY3" fmla="*/ 646112 h 5748372"/>
              <a:gd name="connsiteX4" fmla="*/ 13497283 w 13497283"/>
              <a:gd name="connsiteY4" fmla="*/ 0 h 5748372"/>
              <a:gd name="connsiteX5" fmla="*/ 7944171 w 13497283"/>
              <a:gd name="connsiteY5" fmla="*/ 5747013 h 5748372"/>
              <a:gd name="connsiteX6" fmla="*/ 5909428 w 13497283"/>
              <a:gd name="connsiteY6" fmla="*/ 5747295 h 5748372"/>
              <a:gd name="connsiteX7" fmla="*/ 5602235 w 13497283"/>
              <a:gd name="connsiteY7" fmla="*/ 5058738 h 5748372"/>
              <a:gd name="connsiteX8" fmla="*/ 4641500 w 13497283"/>
              <a:gd name="connsiteY8" fmla="*/ 5748372 h 5748372"/>
              <a:gd name="connsiteX9" fmla="*/ 2392 w 13497283"/>
              <a:gd name="connsiteY9" fmla="*/ 5744814 h 5748372"/>
              <a:gd name="connsiteX10" fmla="*/ 707 w 13497283"/>
              <a:gd name="connsiteY10" fmla="*/ 4832117 h 5748372"/>
              <a:gd name="connsiteX0" fmla="*/ 707 w 12200365"/>
              <a:gd name="connsiteY0" fmla="*/ 4186005 h 5102260"/>
              <a:gd name="connsiteX1" fmla="*/ 6953072 w 12200365"/>
              <a:gd name="connsiteY1" fmla="*/ 1299128 h 5102260"/>
              <a:gd name="connsiteX2" fmla="*/ 7244816 w 12200365"/>
              <a:gd name="connsiteY2" fmla="*/ 2512335 h 5102260"/>
              <a:gd name="connsiteX3" fmla="*/ 12198792 w 12200365"/>
              <a:gd name="connsiteY3" fmla="*/ 0 h 5102260"/>
              <a:gd name="connsiteX4" fmla="*/ 12200365 w 12200365"/>
              <a:gd name="connsiteY4" fmla="*/ 698165 h 5102260"/>
              <a:gd name="connsiteX5" fmla="*/ 7944171 w 12200365"/>
              <a:gd name="connsiteY5" fmla="*/ 5100901 h 5102260"/>
              <a:gd name="connsiteX6" fmla="*/ 5909428 w 12200365"/>
              <a:gd name="connsiteY6" fmla="*/ 5101183 h 5102260"/>
              <a:gd name="connsiteX7" fmla="*/ 5602235 w 12200365"/>
              <a:gd name="connsiteY7" fmla="*/ 4412626 h 5102260"/>
              <a:gd name="connsiteX8" fmla="*/ 4641500 w 12200365"/>
              <a:gd name="connsiteY8" fmla="*/ 5102260 h 5102260"/>
              <a:gd name="connsiteX9" fmla="*/ 2392 w 12200365"/>
              <a:gd name="connsiteY9" fmla="*/ 5098702 h 5102260"/>
              <a:gd name="connsiteX10" fmla="*/ 707 w 12200365"/>
              <a:gd name="connsiteY10" fmla="*/ 4186005 h 5102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200365" h="5102260" extrusionOk="0">
                <a:moveTo>
                  <a:pt x="707" y="4186005"/>
                </a:moveTo>
                <a:lnTo>
                  <a:pt x="6953072" y="1299128"/>
                </a:lnTo>
                <a:lnTo>
                  <a:pt x="7244816" y="2512335"/>
                </a:lnTo>
                <a:lnTo>
                  <a:pt x="12198792" y="0"/>
                </a:lnTo>
                <a:cubicBezTo>
                  <a:pt x="12199316" y="232722"/>
                  <a:pt x="12199841" y="465443"/>
                  <a:pt x="12200365" y="698165"/>
                </a:cubicBezTo>
                <a:lnTo>
                  <a:pt x="7944171" y="5100901"/>
                </a:lnTo>
                <a:lnTo>
                  <a:pt x="5909428" y="5101183"/>
                </a:lnTo>
                <a:lnTo>
                  <a:pt x="5602235" y="4412626"/>
                </a:lnTo>
                <a:lnTo>
                  <a:pt x="4641500" y="5102260"/>
                </a:lnTo>
                <a:lnTo>
                  <a:pt x="2392" y="5098702"/>
                </a:lnTo>
                <a:cubicBezTo>
                  <a:pt x="5388" y="4712636"/>
                  <a:pt x="-2289" y="4572071"/>
                  <a:pt x="707" y="4186005"/>
                </a:cubicBezTo>
                <a:close/>
              </a:path>
            </a:pathLst>
          </a:custGeom>
          <a:solidFill>
            <a:srgbClr val="B1E0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2" name="Прямоугольник 1"/>
          <p:cNvSpPr/>
          <p:nvPr/>
        </p:nvSpPr>
        <p:spPr bwMode="auto">
          <a:xfrm>
            <a:off x="540251" y="1800000"/>
            <a:ext cx="8902131" cy="1200329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3600" dirty="0">
                <a:solidFill>
                  <a:schemeClr val="bg1"/>
                </a:solidFill>
                <a:latin typeface="Montserrat SemiBold"/>
                <a:cs typeface="Montserrat SemiBold"/>
              </a:rPr>
              <a:t>Решение задачи-кейса </a:t>
            </a:r>
            <a:r>
              <a:rPr lang="en-US" sz="3600" dirty="0">
                <a:solidFill>
                  <a:schemeClr val="bg1"/>
                </a:solidFill>
                <a:latin typeface="Montserrat SemiBold"/>
                <a:cs typeface="Montserrat SemiBold"/>
              </a:rPr>
              <a:t>II </a:t>
            </a:r>
            <a:r>
              <a:rPr lang="ru-RU" sz="3600" dirty="0">
                <a:solidFill>
                  <a:schemeClr val="bg1"/>
                </a:solidFill>
                <a:latin typeface="Montserrat SemiBold"/>
                <a:cs typeface="Montserrat SemiBold"/>
              </a:rPr>
              <a:t>этапа олимпиады «Россети» за 8 класс</a:t>
            </a:r>
            <a:endParaRPr lang="ru-RU" sz="3600" b="0" i="0" u="none" strike="noStrike" cap="none" spc="0" dirty="0">
              <a:solidFill>
                <a:schemeClr val="bg1"/>
              </a:solidFill>
              <a:latin typeface="Montserrat SemiBold"/>
              <a:cs typeface="Montserrat SemiBold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 bwMode="auto">
          <a:xfrm>
            <a:off x="3061675" y="441325"/>
            <a:ext cx="1567691" cy="471829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 bwMode="auto">
          <a:xfrm>
            <a:off x="658813" y="441325"/>
            <a:ext cx="1823621" cy="471829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 bwMode="auto">
          <a:xfrm>
            <a:off x="540000" y="5688000"/>
            <a:ext cx="4977526" cy="707886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>
              <a:defRPr/>
            </a:pPr>
            <a:r>
              <a:rPr lang="ru-RU" sz="2000" dirty="0">
                <a:solidFill>
                  <a:srgbClr val="0C5698"/>
                </a:solidFill>
                <a:latin typeface="Montserrat"/>
              </a:rPr>
              <a:t>В. Ф. Емельяненко</a:t>
            </a:r>
            <a:endParaRPr dirty="0"/>
          </a:p>
          <a:p>
            <a:pPr>
              <a:defRPr/>
            </a:pPr>
            <a:r>
              <a:rPr lang="ru-RU" sz="2000" dirty="0">
                <a:solidFill>
                  <a:srgbClr val="0C5698"/>
                </a:solidFill>
                <a:latin typeface="Montserrat"/>
              </a:rPr>
              <a:t>27 апреля 2026, Хабаровский край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0C569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531C67-4A2A-7A49-E31E-D70D8DCCB1CA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6296B14-F305-D0B9-7297-95AE6A1B7B3C}"/>
              </a:ext>
            </a:extLst>
          </p:cNvPr>
          <p:cNvSpPr/>
          <p:nvPr/>
        </p:nvSpPr>
        <p:spPr bwMode="auto">
          <a:xfrm>
            <a:off x="589140" y="5216346"/>
            <a:ext cx="7530732" cy="1200329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>
              <a:defRPr/>
            </a:pPr>
            <a:r>
              <a:rPr lang="ru-RU" sz="3600" dirty="0">
                <a:solidFill>
                  <a:schemeClr val="bg1"/>
                </a:solidFill>
                <a:latin typeface="Montserrat SemiBold"/>
              </a:rPr>
              <a:t>Автоматизация вычислений.</a:t>
            </a:r>
          </a:p>
          <a:p>
            <a:pPr>
              <a:defRPr/>
            </a:pPr>
            <a:r>
              <a:rPr lang="ru-RU" sz="3600" dirty="0">
                <a:solidFill>
                  <a:schemeClr val="bg1"/>
                </a:solidFill>
                <a:latin typeface="Montserrat SemiBold"/>
              </a:rPr>
              <a:t>Визуализация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AFD870A-DEA8-BCD8-9A4F-FCF6C11E58A8}"/>
              </a:ext>
            </a:extLst>
          </p:cNvPr>
          <p:cNvSpPr/>
          <p:nvPr/>
        </p:nvSpPr>
        <p:spPr bwMode="auto">
          <a:xfrm>
            <a:off x="589140" y="4016017"/>
            <a:ext cx="1177035" cy="1200329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>
              <a:defRPr/>
            </a:pPr>
            <a:r>
              <a:rPr lang="ru-RU" sz="7200" dirty="0">
                <a:solidFill>
                  <a:schemeClr val="bg1"/>
                </a:solidFill>
                <a:latin typeface="Montserrat"/>
              </a:rPr>
              <a:t>1</a:t>
            </a:r>
            <a:endParaRPr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4DA186F-A0AC-838C-6111-2FAE58425A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 bwMode="auto">
          <a:xfrm>
            <a:off x="3052531" y="441325"/>
            <a:ext cx="1567691" cy="471829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D8ACC5B-E227-E6F3-CD85-574C382508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 bwMode="auto">
          <a:xfrm>
            <a:off x="658813" y="441325"/>
            <a:ext cx="1823621" cy="471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551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28B3FF30-9A85-3CD9-16E0-1496427AEAFE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9509378" name="TextBox 4">
            <a:extLst>
              <a:ext uri="{FF2B5EF4-FFF2-40B4-BE49-F238E27FC236}">
                <a16:creationId xmlns:a16="http://schemas.microsoft.com/office/drawing/2014/main" id="{C41400FA-A9F3-F3D0-259D-44815B64744B}"/>
              </a:ext>
            </a:extLst>
          </p:cNvPr>
          <p:cNvSpPr txBox="1"/>
          <p:nvPr/>
        </p:nvSpPr>
        <p:spPr bwMode="auto">
          <a:xfrm>
            <a:off x="720000" y="540000"/>
            <a:ext cx="8184783" cy="400110"/>
          </a:xfrm>
          <a:prstGeom prst="rect">
            <a:avLst/>
          </a:prstGeom>
          <a:ln w="12700">
            <a:miter lim="400000"/>
          </a:ln>
        </p:spPr>
        <p:txBody>
          <a:bodyPr lIns="45718" rIns="45718">
            <a:spAutoFit/>
          </a:bodyPr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>
                <a:latin typeface="PFDinTextCondPro-Medium"/>
                <a:ea typeface="PFDinTextCondPro-Medium"/>
                <a:cs typeface="PFDinTextCondPro-Medium"/>
              </a:defRPr>
            </a:pPr>
            <a:r>
              <a:rPr lang="ru-RU" sz="2000" b="0" i="0" u="none" strike="noStrike" cap="none" spc="0" dirty="0">
                <a:solidFill>
                  <a:schemeClr val="tx1"/>
                </a:solidFill>
                <a:latin typeface="Montserrat SemiBold"/>
                <a:ea typeface="Calibri" panose="020F0502020204030204" pitchFamily="34" charset="0"/>
                <a:cs typeface="Montserrat SemiBold"/>
              </a:rPr>
              <a:t>Интерактив. Сайт</a:t>
            </a:r>
          </a:p>
        </p:txBody>
      </p:sp>
      <p:sp>
        <p:nvSpPr>
          <p:cNvPr id="2065738165" name="Номер слайда 1">
            <a:extLst>
              <a:ext uri="{FF2B5EF4-FFF2-40B4-BE49-F238E27FC236}">
                <a16:creationId xmlns:a16="http://schemas.microsoft.com/office/drawing/2014/main" id="{246367D2-97AE-76B0-04A4-79803EB450C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/>
        <p:txBody>
          <a:bodyPr/>
          <a:lstStyle/>
          <a:p>
            <a:pPr>
              <a:defRPr/>
            </a:pPr>
            <a:r>
              <a:rPr lang="ru-RU" dirty="0"/>
              <a:t>1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55D8299-A942-20EE-32C4-DC46E21418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2904" y="1878051"/>
            <a:ext cx="4683381" cy="4683381"/>
          </a:xfrm>
          <a:prstGeom prst="rect">
            <a:avLst/>
          </a:prstGeom>
          <a:ln w="76200"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345B8BE-F5C7-13E3-7379-FB1C343AED5C}"/>
              </a:ext>
            </a:extLst>
          </p:cNvPr>
          <p:cNvSpPr txBox="1"/>
          <p:nvPr/>
        </p:nvSpPr>
        <p:spPr>
          <a:xfrm>
            <a:off x="7532446" y="1367233"/>
            <a:ext cx="4089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latin typeface="Cascadia Code" panose="020B0609020000020004" pitchFamily="49" charset="0"/>
                <a:cs typeface="Cascadia Code" panose="020B0609020000020004" pitchFamily="49" charset="0"/>
                <a:hlinkClick r:id="rId3"/>
              </a:rPr>
              <a:t>https://rn-2026.onrender.com/</a:t>
            </a:r>
            <a:endParaRPr lang="ru-RU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9FBDD5-1E2B-B4A9-BE0C-1F0EF08064A1}"/>
              </a:ext>
            </a:extLst>
          </p:cNvPr>
          <p:cNvSpPr txBox="1"/>
          <p:nvPr/>
        </p:nvSpPr>
        <p:spPr>
          <a:xfrm>
            <a:off x="720001" y="1367233"/>
            <a:ext cx="5805928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360000" algn="just"/>
            <a:r>
              <a:rPr lang="ru-RU" i="1" dirty="0"/>
              <a:t>Сайт позволяет создавать и изменять расстановки без прямого вмешательства в код. Вместо ручного создания объектов в нативном </a:t>
            </a:r>
            <a:r>
              <a:rPr lang="en-US" i="1" dirty="0"/>
              <a:t>Python</a:t>
            </a:r>
            <a:r>
              <a:rPr lang="ru-RU" i="1" dirty="0"/>
              <a:t> и последующего вызова их методов и функций,</a:t>
            </a:r>
            <a:r>
              <a:rPr lang="de-DE" i="1" dirty="0"/>
              <a:t> </a:t>
            </a:r>
            <a:r>
              <a:rPr lang="ru-RU" i="1" dirty="0"/>
              <a:t>мы можем использовать графический интерфейс сайта, что облегчает управление всей системой.</a:t>
            </a:r>
          </a:p>
          <a:p>
            <a:pPr indent="360000" algn="just">
              <a:spcBef>
                <a:spcPts val="1200"/>
              </a:spcBef>
            </a:pPr>
            <a:r>
              <a:rPr lang="ru-RU" i="1" dirty="0"/>
              <a:t>Сайт реализует базовый функционал: создание соединений между узлами, выбор координат ПС, установку точек спайки и, самое главное, автоматизированный расчёт затрат.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534B0D9-448B-61E4-034D-66611F518F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01" y="4664654"/>
            <a:ext cx="5805928" cy="1896778"/>
          </a:xfrm>
          <a:prstGeom prst="rect">
            <a:avLst/>
          </a:prstGeom>
          <a:ln w="28575">
            <a:solidFill>
              <a:srgbClr val="9063CC"/>
            </a:solidFill>
          </a:ln>
        </p:spPr>
      </p:pic>
    </p:spTree>
    <p:extLst>
      <p:ext uri="{BB962C8B-B14F-4D97-AF65-F5344CB8AC3E}">
        <p14:creationId xmlns:p14="http://schemas.microsoft.com/office/powerpoint/2010/main" val="1182049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0C569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EDEA6C-DB31-138F-7934-ECABEFCC15B2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5BB03B4-2E72-6583-6EBE-397E6FE49E75}"/>
              </a:ext>
            </a:extLst>
          </p:cNvPr>
          <p:cNvSpPr/>
          <p:nvPr/>
        </p:nvSpPr>
        <p:spPr bwMode="auto">
          <a:xfrm>
            <a:off x="589140" y="5216346"/>
            <a:ext cx="6592245" cy="1200329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>
              <a:defRPr/>
            </a:pPr>
            <a:r>
              <a:rPr lang="ru-RU" sz="3600" dirty="0">
                <a:solidFill>
                  <a:schemeClr val="bg1"/>
                </a:solidFill>
                <a:latin typeface="Montserrat SemiBold"/>
              </a:rPr>
              <a:t>Расчёт</a:t>
            </a:r>
          </a:p>
          <a:p>
            <a:pPr>
              <a:defRPr/>
            </a:pPr>
            <a:r>
              <a:rPr lang="ru-RU" sz="3600" dirty="0">
                <a:solidFill>
                  <a:schemeClr val="bg1"/>
                </a:solidFill>
                <a:latin typeface="Montserrat SemiBold"/>
              </a:rPr>
              <a:t>стоимости сети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79FE249-D4B9-5EC3-3C55-6A0D302E2A39}"/>
              </a:ext>
            </a:extLst>
          </p:cNvPr>
          <p:cNvSpPr/>
          <p:nvPr/>
        </p:nvSpPr>
        <p:spPr bwMode="auto">
          <a:xfrm>
            <a:off x="540253" y="4016017"/>
            <a:ext cx="1177035" cy="1200329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>
              <a:defRPr/>
            </a:pPr>
            <a:r>
              <a:rPr lang="ru-RU" sz="7200" dirty="0">
                <a:solidFill>
                  <a:schemeClr val="bg1"/>
                </a:solidFill>
                <a:latin typeface="Montserrat"/>
              </a:rPr>
              <a:t>2</a:t>
            </a:r>
            <a:endParaRPr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3680FF6-7A5F-C97A-179F-01B5710326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 bwMode="auto">
          <a:xfrm>
            <a:off x="3052531" y="441325"/>
            <a:ext cx="1567691" cy="471829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A2B204A1-CFBA-9E79-E7F7-BE50183E21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 bwMode="auto">
          <a:xfrm>
            <a:off x="658813" y="441325"/>
            <a:ext cx="1823621" cy="471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983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99209729-D943-1A66-AA88-D8416892FD9A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9509378" name="TextBox 4">
            <a:extLst>
              <a:ext uri="{FF2B5EF4-FFF2-40B4-BE49-F238E27FC236}">
                <a16:creationId xmlns:a16="http://schemas.microsoft.com/office/drawing/2014/main" id="{2EC9B52F-CC38-E233-4A02-2049F9F5B417}"/>
              </a:ext>
            </a:extLst>
          </p:cNvPr>
          <p:cNvSpPr txBox="1"/>
          <p:nvPr/>
        </p:nvSpPr>
        <p:spPr bwMode="auto">
          <a:xfrm>
            <a:off x="720000" y="540000"/>
            <a:ext cx="8184783" cy="400110"/>
          </a:xfrm>
          <a:prstGeom prst="rect">
            <a:avLst/>
          </a:prstGeom>
          <a:ln w="12700">
            <a:miter lim="400000"/>
          </a:ln>
        </p:spPr>
        <p:txBody>
          <a:bodyPr lIns="45718" rIns="45718">
            <a:spAutoFit/>
          </a:bodyPr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>
                <a:latin typeface="PFDinTextCondPro-Medium"/>
                <a:ea typeface="PFDinTextCondPro-Medium"/>
                <a:cs typeface="PFDinTextCondPro-Medium"/>
              </a:defRPr>
            </a:pPr>
            <a:r>
              <a:rPr lang="ru-RU" sz="2000" b="0" i="0" u="none" strike="noStrike" cap="none" spc="0" dirty="0">
                <a:solidFill>
                  <a:schemeClr val="tx1"/>
                </a:solidFill>
                <a:latin typeface="Montserrat SemiBold"/>
                <a:ea typeface="Calibri" panose="020F0502020204030204" pitchFamily="34" charset="0"/>
                <a:cs typeface="Montserrat SemiBold"/>
              </a:rPr>
              <a:t>Упрощения</a:t>
            </a:r>
          </a:p>
        </p:txBody>
      </p:sp>
      <p:sp>
        <p:nvSpPr>
          <p:cNvPr id="2065738165" name="Номер слайда 1">
            <a:extLst>
              <a:ext uri="{FF2B5EF4-FFF2-40B4-BE49-F238E27FC236}">
                <a16:creationId xmlns:a16="http://schemas.microsoft.com/office/drawing/2014/main" id="{D829867F-7701-3F7E-0817-FA76F65520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/>
        <p:txBody>
          <a:bodyPr/>
          <a:lstStyle/>
          <a:p>
            <a:pPr>
              <a:defRPr/>
            </a:pPr>
            <a:r>
              <a:rPr lang="ru-RU" dirty="0"/>
              <a:t>2</a:t>
            </a:r>
          </a:p>
        </p:txBody>
      </p:sp>
      <p:sp>
        <p:nvSpPr>
          <p:cNvPr id="250953633" name="Прямоугольник 2">
            <a:extLst>
              <a:ext uri="{FF2B5EF4-FFF2-40B4-BE49-F238E27FC236}">
                <a16:creationId xmlns:a16="http://schemas.microsoft.com/office/drawing/2014/main" id="{2D61EFFC-16D4-8706-7401-3A4DF6812043}"/>
              </a:ext>
            </a:extLst>
          </p:cNvPr>
          <p:cNvSpPr/>
          <p:nvPr/>
        </p:nvSpPr>
        <p:spPr bwMode="auto">
          <a:xfrm>
            <a:off x="720000" y="1370996"/>
            <a:ext cx="1062720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60000">
              <a:spcAft>
                <a:spcPts val="1200"/>
              </a:spcAft>
              <a:defRPr/>
            </a:pPr>
            <a:r>
              <a:rPr lang="ru-RU" i="1" dirty="0"/>
              <a:t>Как я уже упомянул ранее, нам придётся жертвовать креативностью ради сохранения машинного расчёта стоимости. Одна из главных потерь, с которой придётся смириться — мы не можем использовать ни разъединителей, ни </a:t>
            </a:r>
            <a:r>
              <a:rPr lang="ru-RU" i="1" dirty="0" err="1"/>
              <a:t>реклоузеров</a:t>
            </a:r>
            <a:r>
              <a:rPr lang="ru-RU" i="1" dirty="0"/>
              <a:t>. Дело в том, что у меня банально не хватает ни навыков, ни времени для валидного расчёта стоимости с ними. Я пытался (именно поэтому были реализации классов Equipment, </a:t>
            </a:r>
            <a:r>
              <a:rPr lang="ru-RU" i="1" dirty="0" err="1"/>
              <a:t>ManualSwitch</a:t>
            </a:r>
            <a:r>
              <a:rPr lang="ru-RU" i="1" dirty="0"/>
              <a:t>, </a:t>
            </a:r>
            <a:r>
              <a:rPr lang="ru-RU" i="1" dirty="0" err="1"/>
              <a:t>AutoSwitch</a:t>
            </a:r>
            <a:r>
              <a:rPr lang="ru-RU" i="1" dirty="0"/>
              <a:t>, </a:t>
            </a:r>
            <a:r>
              <a:rPr lang="ru-RU" i="1" dirty="0" err="1"/>
              <a:t>SubstationSwitch</a:t>
            </a:r>
            <a:r>
              <a:rPr lang="ru-RU" i="1" dirty="0"/>
              <a:t>), но ничего не получалось.</a:t>
            </a:r>
          </a:p>
          <a:p>
            <a:pPr indent="360000">
              <a:spcAft>
                <a:spcPts val="1200"/>
              </a:spcAft>
              <a:defRPr/>
            </a:pPr>
            <a:r>
              <a:rPr lang="ru-RU" i="1" dirty="0"/>
              <a:t>Второе упрощение — отказ от использования сетей с циклами и переход к деревьям. На первый взгляд может показаться, что это безрассудно, но на самом деле чуть позже я покажу математически, что без разъединителей и </a:t>
            </a:r>
            <a:r>
              <a:rPr lang="ru-RU" i="1" dirty="0" err="1"/>
              <a:t>реклоузеров</a:t>
            </a:r>
            <a:r>
              <a:rPr lang="ru-RU" i="1" dirty="0"/>
              <a:t>, в любой сети, отличной от дерева, нет никакого смысла.</a:t>
            </a:r>
          </a:p>
          <a:p>
            <a:pPr indent="360000">
              <a:spcAft>
                <a:spcPts val="1200"/>
              </a:spcAft>
              <a:defRPr/>
            </a:pPr>
            <a:r>
              <a:rPr lang="ru-RU" i="1" dirty="0"/>
              <a:t>Приняв такие упрощения во внимания, перейдём к самому расчёту стоимости сети.</a:t>
            </a:r>
          </a:p>
        </p:txBody>
      </p:sp>
    </p:spTree>
    <p:extLst>
      <p:ext uri="{BB962C8B-B14F-4D97-AF65-F5344CB8AC3E}">
        <p14:creationId xmlns:p14="http://schemas.microsoft.com/office/powerpoint/2010/main" val="2447423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A5AA8F9C-753E-1AF1-71DD-FF91850CAEC1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9509378" name="TextBox 4">
            <a:extLst>
              <a:ext uri="{FF2B5EF4-FFF2-40B4-BE49-F238E27FC236}">
                <a16:creationId xmlns:a16="http://schemas.microsoft.com/office/drawing/2014/main" id="{45CB8539-A65E-0ACD-4E3B-49B44793B54E}"/>
              </a:ext>
            </a:extLst>
          </p:cNvPr>
          <p:cNvSpPr txBox="1"/>
          <p:nvPr/>
        </p:nvSpPr>
        <p:spPr bwMode="auto">
          <a:xfrm>
            <a:off x="720000" y="540000"/>
            <a:ext cx="8184783" cy="400110"/>
          </a:xfrm>
          <a:prstGeom prst="rect">
            <a:avLst/>
          </a:prstGeom>
          <a:ln w="12700">
            <a:miter lim="400000"/>
          </a:ln>
        </p:spPr>
        <p:txBody>
          <a:bodyPr lIns="45718" rIns="45718">
            <a:spAutoFit/>
          </a:bodyPr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>
                <a:latin typeface="PFDinTextCondPro-Medium"/>
                <a:ea typeface="PFDinTextCondPro-Medium"/>
                <a:cs typeface="PFDinTextCondPro-Medium"/>
              </a:defRPr>
            </a:pPr>
            <a:r>
              <a:rPr lang="ru-RU" sz="2000" b="0" i="0" u="none" strike="noStrike" cap="none" spc="0" dirty="0">
                <a:solidFill>
                  <a:schemeClr val="tx1"/>
                </a:solidFill>
                <a:latin typeface="Montserrat SemiBold"/>
                <a:ea typeface="Montserrat SemiBold"/>
                <a:cs typeface="Montserrat SemiBold"/>
              </a:rPr>
              <a:t>Выведение расчётной формулы</a:t>
            </a:r>
            <a:endParaRPr lang="ru-RU" sz="2000" b="0" i="0" u="none" strike="noStrike" cap="none" spc="0" dirty="0">
              <a:solidFill>
                <a:schemeClr val="tx1"/>
              </a:solidFill>
              <a:latin typeface="Montserrat SemiBold"/>
              <a:ea typeface="Calibri" panose="020F0502020204030204" pitchFamily="34" charset="0"/>
              <a:cs typeface="Montserrat SemiBold"/>
            </a:endParaRPr>
          </a:p>
        </p:txBody>
      </p:sp>
      <p:sp>
        <p:nvSpPr>
          <p:cNvPr id="2065738165" name="Номер слайда 1">
            <a:extLst>
              <a:ext uri="{FF2B5EF4-FFF2-40B4-BE49-F238E27FC236}">
                <a16:creationId xmlns:a16="http://schemas.microsoft.com/office/drawing/2014/main" id="{69BB897E-0325-793F-DF53-AD392946EBB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/>
        <p:txBody>
          <a:bodyPr/>
          <a:lstStyle/>
          <a:p>
            <a:pPr>
              <a:defRPr/>
            </a:pPr>
            <a:r>
              <a:rPr lang="ru-RU" dirty="0"/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Прямоугольник 2">
                <a:extLst>
                  <a:ext uri="{FF2B5EF4-FFF2-40B4-BE49-F238E27FC236}">
                    <a16:creationId xmlns:a16="http://schemas.microsoft.com/office/drawing/2014/main" id="{9646CD20-4288-1872-46A5-8CB3BEB68921}"/>
                  </a:ext>
                </a:extLst>
              </p:cNvPr>
              <p:cNvSpPr/>
              <p:nvPr/>
            </p:nvSpPr>
            <p:spPr bwMode="auto">
              <a:xfrm>
                <a:off x="5010196" y="3167390"/>
                <a:ext cx="217160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𝐶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𝐵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𝐻</m:t>
                      </m:r>
                    </m:oMath>
                  </m:oMathPara>
                </a14:m>
                <a:endParaRPr lang="en-US" sz="28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Прямоугольник 2">
                <a:extLst>
                  <a:ext uri="{FF2B5EF4-FFF2-40B4-BE49-F238E27FC236}">
                    <a16:creationId xmlns:a16="http://schemas.microsoft.com/office/drawing/2014/main" id="{9646CD20-4288-1872-46A5-8CB3BEB689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10196" y="3167390"/>
                <a:ext cx="2171608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1734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524C0A18-514F-2E69-1886-BAC44DCC4045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9509378" name="TextBox 4">
            <a:extLst>
              <a:ext uri="{FF2B5EF4-FFF2-40B4-BE49-F238E27FC236}">
                <a16:creationId xmlns:a16="http://schemas.microsoft.com/office/drawing/2014/main" id="{73E845A5-9C13-1F2C-5A40-8A6F1A016CED}"/>
              </a:ext>
            </a:extLst>
          </p:cNvPr>
          <p:cNvSpPr txBox="1"/>
          <p:nvPr/>
        </p:nvSpPr>
        <p:spPr bwMode="auto">
          <a:xfrm>
            <a:off x="720000" y="540000"/>
            <a:ext cx="8184783" cy="400110"/>
          </a:xfrm>
          <a:prstGeom prst="rect">
            <a:avLst/>
          </a:prstGeom>
          <a:ln w="12700">
            <a:miter lim="400000"/>
          </a:ln>
        </p:spPr>
        <p:txBody>
          <a:bodyPr lIns="45718" rIns="45718">
            <a:spAutoFit/>
          </a:bodyPr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>
                <a:latin typeface="PFDinTextCondPro-Medium"/>
                <a:ea typeface="PFDinTextCondPro-Medium"/>
                <a:cs typeface="PFDinTextCondPro-Medium"/>
              </a:defRPr>
            </a:pPr>
            <a:r>
              <a:rPr lang="ru-RU" sz="2000" b="0" i="0" u="none" strike="noStrike" cap="none" spc="0" dirty="0">
                <a:solidFill>
                  <a:schemeClr val="tx1"/>
                </a:solidFill>
                <a:latin typeface="Montserrat SemiBold"/>
                <a:ea typeface="Montserrat SemiBold"/>
                <a:cs typeface="Montserrat SemiBold"/>
              </a:rPr>
              <a:t>Выведение расчётной формулы</a:t>
            </a:r>
            <a:endParaRPr lang="ru-RU" sz="2000" b="0" i="0" u="none" strike="noStrike" cap="none" spc="0" dirty="0">
              <a:solidFill>
                <a:schemeClr val="tx1"/>
              </a:solidFill>
              <a:latin typeface="Montserrat SemiBold"/>
              <a:ea typeface="Calibri" panose="020F0502020204030204" pitchFamily="34" charset="0"/>
              <a:cs typeface="Montserrat SemiBold"/>
            </a:endParaRPr>
          </a:p>
        </p:txBody>
      </p:sp>
      <p:sp>
        <p:nvSpPr>
          <p:cNvPr id="2065738165" name="Номер слайда 1">
            <a:extLst>
              <a:ext uri="{FF2B5EF4-FFF2-40B4-BE49-F238E27FC236}">
                <a16:creationId xmlns:a16="http://schemas.microsoft.com/office/drawing/2014/main" id="{19F95896-469B-1AEF-E75E-B70B13E271B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/>
        <p:txBody>
          <a:bodyPr/>
          <a:lstStyle/>
          <a:p>
            <a:pPr>
              <a:defRPr/>
            </a:pPr>
            <a:r>
              <a:rPr lang="ru-RU" dirty="0"/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Прямоугольник 2">
                <a:extLst>
                  <a:ext uri="{FF2B5EF4-FFF2-40B4-BE49-F238E27FC236}">
                    <a16:creationId xmlns:a16="http://schemas.microsoft.com/office/drawing/2014/main" id="{43BBAEFD-D2B9-3546-386C-DBAC40C20A23}"/>
                  </a:ext>
                </a:extLst>
              </p:cNvPr>
              <p:cNvSpPr/>
              <p:nvPr/>
            </p:nvSpPr>
            <p:spPr bwMode="auto">
              <a:xfrm>
                <a:off x="552496" y="1001520"/>
                <a:ext cx="217160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𝐶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𝐵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𝐻</m:t>
                      </m:r>
                    </m:oMath>
                  </m:oMathPara>
                </a14:m>
                <a:endParaRPr lang="en-US" sz="28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Прямоугольник 2">
                <a:extLst>
                  <a:ext uri="{FF2B5EF4-FFF2-40B4-BE49-F238E27FC236}">
                    <a16:creationId xmlns:a16="http://schemas.microsoft.com/office/drawing/2014/main" id="{43BBAEFD-D2B9-3546-386C-DBAC40C20A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2496" y="1001520"/>
                <a:ext cx="2171608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4596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CC4B834F-7F9B-98AD-588C-A9F0DA9E81B2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9509378" name="TextBox 4">
            <a:extLst>
              <a:ext uri="{FF2B5EF4-FFF2-40B4-BE49-F238E27FC236}">
                <a16:creationId xmlns:a16="http://schemas.microsoft.com/office/drawing/2014/main" id="{58261B42-4696-CA57-6F25-91B893E89B91}"/>
              </a:ext>
            </a:extLst>
          </p:cNvPr>
          <p:cNvSpPr txBox="1"/>
          <p:nvPr/>
        </p:nvSpPr>
        <p:spPr bwMode="auto">
          <a:xfrm>
            <a:off x="720000" y="540000"/>
            <a:ext cx="8184783" cy="400110"/>
          </a:xfrm>
          <a:prstGeom prst="rect">
            <a:avLst/>
          </a:prstGeom>
          <a:ln w="12700">
            <a:miter lim="400000"/>
          </a:ln>
        </p:spPr>
        <p:txBody>
          <a:bodyPr lIns="45718" rIns="45718">
            <a:spAutoFit/>
          </a:bodyPr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>
                <a:latin typeface="PFDinTextCondPro-Medium"/>
                <a:ea typeface="PFDinTextCondPro-Medium"/>
                <a:cs typeface="PFDinTextCondPro-Medium"/>
              </a:defRPr>
            </a:pPr>
            <a:r>
              <a:rPr lang="ru-RU" sz="2000" b="0" i="0" u="none" strike="noStrike" cap="none" spc="0" dirty="0">
                <a:solidFill>
                  <a:schemeClr val="tx1"/>
                </a:solidFill>
                <a:latin typeface="Montserrat SemiBold"/>
                <a:ea typeface="Montserrat SemiBold"/>
                <a:cs typeface="Montserrat SemiBold"/>
              </a:rPr>
              <a:t>Выведение расчётной формулы</a:t>
            </a:r>
            <a:endParaRPr lang="ru-RU" sz="2000" b="0" i="0" u="none" strike="noStrike" cap="none" spc="0" dirty="0">
              <a:solidFill>
                <a:schemeClr val="tx1"/>
              </a:solidFill>
              <a:latin typeface="Montserrat SemiBold"/>
              <a:ea typeface="Calibri" panose="020F0502020204030204" pitchFamily="34" charset="0"/>
              <a:cs typeface="Montserrat SemiBold"/>
            </a:endParaRPr>
          </a:p>
        </p:txBody>
      </p:sp>
      <p:sp>
        <p:nvSpPr>
          <p:cNvPr id="2065738165" name="Номер слайда 1">
            <a:extLst>
              <a:ext uri="{FF2B5EF4-FFF2-40B4-BE49-F238E27FC236}">
                <a16:creationId xmlns:a16="http://schemas.microsoft.com/office/drawing/2014/main" id="{0FC33756-2C68-53AD-0D74-6C8FD56FD55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/>
        <p:txBody>
          <a:bodyPr/>
          <a:lstStyle/>
          <a:p>
            <a:pPr>
              <a:defRPr/>
            </a:pPr>
            <a:r>
              <a:rPr lang="ru-RU" dirty="0"/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Прямоугольник 2">
                <a:extLst>
                  <a:ext uri="{FF2B5EF4-FFF2-40B4-BE49-F238E27FC236}">
                    <a16:creationId xmlns:a16="http://schemas.microsoft.com/office/drawing/2014/main" id="{4F67CD60-8E9A-46F0-BFB3-056085C7D1E8}"/>
                  </a:ext>
                </a:extLst>
              </p:cNvPr>
              <p:cNvSpPr/>
              <p:nvPr/>
            </p:nvSpPr>
            <p:spPr bwMode="auto">
              <a:xfrm>
                <a:off x="552496" y="1001520"/>
                <a:ext cx="217160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𝐶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𝐵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𝐻</m:t>
                      </m:r>
                    </m:oMath>
                  </m:oMathPara>
                </a14:m>
                <a:endParaRPr lang="en-US" sz="28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Прямоугольник 2">
                <a:extLst>
                  <a:ext uri="{FF2B5EF4-FFF2-40B4-BE49-F238E27FC236}">
                    <a16:creationId xmlns:a16="http://schemas.microsoft.com/office/drawing/2014/main" id="{4F67CD60-8E9A-46F0-BFB3-056085C7D1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2496" y="1001520"/>
                <a:ext cx="2171608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0B325D4-FFD0-08CD-F916-68648176A2D6}"/>
                  </a:ext>
                </a:extLst>
              </p:cNvPr>
              <p:cNvSpPr txBox="1"/>
              <p:nvPr/>
            </p:nvSpPr>
            <p:spPr bwMode="auto">
              <a:xfrm>
                <a:off x="3381892" y="2459802"/>
                <a:ext cx="5541197" cy="11378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80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it-IT" sz="2800" i="1" smtClean="0">
                          <a:latin typeface="Cambria Math" panose="02040503050406030204" pitchFamily="18" charset="0"/>
                        </a:rPr>
                        <m:t>=150000⋅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⋅500000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sz="2800" b="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0B325D4-FFD0-08CD-F916-68648176A2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81892" y="2459802"/>
                <a:ext cx="5541197" cy="11378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19A67F-48EA-37B5-BA02-EA15165CD73F}"/>
                  </a:ext>
                </a:extLst>
              </p:cNvPr>
              <p:cNvSpPr txBox="1"/>
              <p:nvPr/>
            </p:nvSpPr>
            <p:spPr bwMode="auto">
              <a:xfrm>
                <a:off x="3660365" y="3701359"/>
                <a:ext cx="498424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80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it-IT" sz="2800" i="1" smtClean="0">
                          <a:latin typeface="Cambria Math" panose="02040503050406030204" pitchFamily="18" charset="0"/>
                        </a:rPr>
                        <m:t>=150000⋅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+500000⋅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l-G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sub>
                      </m:sSub>
                    </m:oMath>
                  </m:oMathPara>
                </a14:m>
                <a:endParaRPr lang="en-US" sz="2800" b="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19A67F-48EA-37B5-BA02-EA15165CD7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60365" y="3701359"/>
                <a:ext cx="4984249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7749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5592749F-6E8C-FA7C-17E6-436DEADDB5CD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9509378" name="TextBox 4">
            <a:extLst>
              <a:ext uri="{FF2B5EF4-FFF2-40B4-BE49-F238E27FC236}">
                <a16:creationId xmlns:a16="http://schemas.microsoft.com/office/drawing/2014/main" id="{620C2BDA-35C7-478A-876C-54E66A4D17E7}"/>
              </a:ext>
            </a:extLst>
          </p:cNvPr>
          <p:cNvSpPr txBox="1"/>
          <p:nvPr/>
        </p:nvSpPr>
        <p:spPr bwMode="auto">
          <a:xfrm>
            <a:off x="720000" y="540000"/>
            <a:ext cx="8184783" cy="400110"/>
          </a:xfrm>
          <a:prstGeom prst="rect">
            <a:avLst/>
          </a:prstGeom>
          <a:ln w="12700">
            <a:miter lim="400000"/>
          </a:ln>
        </p:spPr>
        <p:txBody>
          <a:bodyPr lIns="45718" rIns="45718">
            <a:spAutoFit/>
          </a:bodyPr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>
                <a:latin typeface="PFDinTextCondPro-Medium"/>
                <a:ea typeface="PFDinTextCondPro-Medium"/>
                <a:cs typeface="PFDinTextCondPro-Medium"/>
              </a:defRPr>
            </a:pPr>
            <a:r>
              <a:rPr lang="ru-RU" sz="2000" b="0" i="0" u="none" strike="noStrike" cap="none" spc="0" dirty="0">
                <a:solidFill>
                  <a:schemeClr val="tx1"/>
                </a:solidFill>
                <a:latin typeface="Montserrat SemiBold"/>
                <a:ea typeface="Montserrat SemiBold"/>
                <a:cs typeface="Montserrat SemiBold"/>
              </a:rPr>
              <a:t>Выведение расчётной формулы</a:t>
            </a:r>
            <a:endParaRPr lang="ru-RU" sz="2000" b="0" i="0" u="none" strike="noStrike" cap="none" spc="0" dirty="0">
              <a:solidFill>
                <a:schemeClr val="tx1"/>
              </a:solidFill>
              <a:latin typeface="Montserrat SemiBold"/>
              <a:ea typeface="Calibri" panose="020F0502020204030204" pitchFamily="34" charset="0"/>
              <a:cs typeface="Montserrat SemiBold"/>
            </a:endParaRPr>
          </a:p>
        </p:txBody>
      </p:sp>
      <p:sp>
        <p:nvSpPr>
          <p:cNvPr id="2065738165" name="Номер слайда 1">
            <a:extLst>
              <a:ext uri="{FF2B5EF4-FFF2-40B4-BE49-F238E27FC236}">
                <a16:creationId xmlns:a16="http://schemas.microsoft.com/office/drawing/2014/main" id="{A47A5112-F810-AE08-6CA3-DD481781814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/>
        <p:txBody>
          <a:bodyPr/>
          <a:lstStyle/>
          <a:p>
            <a:pPr>
              <a:defRPr/>
            </a:pPr>
            <a:r>
              <a:rPr lang="ru-RU" dirty="0"/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Прямоугольник 2">
                <a:extLst>
                  <a:ext uri="{FF2B5EF4-FFF2-40B4-BE49-F238E27FC236}">
                    <a16:creationId xmlns:a16="http://schemas.microsoft.com/office/drawing/2014/main" id="{CABD9F10-33B7-48F4-9A2E-8697ABAE9810}"/>
                  </a:ext>
                </a:extLst>
              </p:cNvPr>
              <p:cNvSpPr/>
              <p:nvPr/>
            </p:nvSpPr>
            <p:spPr bwMode="auto">
              <a:xfrm>
                <a:off x="552496" y="1001520"/>
                <a:ext cx="217160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𝐶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𝐵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𝐻</m:t>
                      </m:r>
                    </m:oMath>
                  </m:oMathPara>
                </a14:m>
                <a:endParaRPr lang="en-US" sz="28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Прямоугольник 2">
                <a:extLst>
                  <a:ext uri="{FF2B5EF4-FFF2-40B4-BE49-F238E27FC236}">
                    <a16:creationId xmlns:a16="http://schemas.microsoft.com/office/drawing/2014/main" id="{CABD9F10-33B7-48F4-9A2E-8697ABAE98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2496" y="1001520"/>
                <a:ext cx="2171608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DEDAD67-9362-380C-DF38-41DBB958E8F2}"/>
                  </a:ext>
                </a:extLst>
              </p:cNvPr>
              <p:cNvSpPr txBox="1"/>
              <p:nvPr/>
            </p:nvSpPr>
            <p:spPr bwMode="auto">
              <a:xfrm>
                <a:off x="621890" y="1395650"/>
                <a:ext cx="498424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80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it-IT" sz="2800" i="1" smtClean="0">
                          <a:latin typeface="Cambria Math" panose="02040503050406030204" pitchFamily="18" charset="0"/>
                        </a:rPr>
                        <m:t>=150000⋅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+500000⋅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l-G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sub>
                      </m:sSub>
                    </m:oMath>
                  </m:oMathPara>
                </a14:m>
                <a:endParaRPr lang="en-US" sz="2800" b="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DEDAD67-9362-380C-DF38-41DBB958E8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1890" y="1395650"/>
                <a:ext cx="4984249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140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7C9735B1-F2E0-770C-6454-B11C39A29FF7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9509378" name="TextBox 4">
            <a:extLst>
              <a:ext uri="{FF2B5EF4-FFF2-40B4-BE49-F238E27FC236}">
                <a16:creationId xmlns:a16="http://schemas.microsoft.com/office/drawing/2014/main" id="{FABB0176-18C4-845C-29C9-BA0A748E318A}"/>
              </a:ext>
            </a:extLst>
          </p:cNvPr>
          <p:cNvSpPr txBox="1"/>
          <p:nvPr/>
        </p:nvSpPr>
        <p:spPr bwMode="auto">
          <a:xfrm>
            <a:off x="720000" y="540000"/>
            <a:ext cx="8184783" cy="400110"/>
          </a:xfrm>
          <a:prstGeom prst="rect">
            <a:avLst/>
          </a:prstGeom>
          <a:ln w="12700">
            <a:miter lim="400000"/>
          </a:ln>
        </p:spPr>
        <p:txBody>
          <a:bodyPr lIns="45718" rIns="45718">
            <a:spAutoFit/>
          </a:bodyPr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>
                <a:latin typeface="PFDinTextCondPro-Medium"/>
                <a:ea typeface="PFDinTextCondPro-Medium"/>
                <a:cs typeface="PFDinTextCondPro-Medium"/>
              </a:defRPr>
            </a:pPr>
            <a:r>
              <a:rPr lang="ru-RU" sz="2000" b="0" i="0" u="none" strike="noStrike" cap="none" spc="0" dirty="0">
                <a:solidFill>
                  <a:schemeClr val="tx1"/>
                </a:solidFill>
                <a:latin typeface="Montserrat SemiBold"/>
                <a:ea typeface="Montserrat SemiBold"/>
                <a:cs typeface="Montserrat SemiBold"/>
              </a:rPr>
              <a:t>Выведение расчётной формулы</a:t>
            </a:r>
            <a:endParaRPr lang="ru-RU" sz="2000" b="0" i="0" u="none" strike="noStrike" cap="none" spc="0" dirty="0">
              <a:solidFill>
                <a:schemeClr val="tx1"/>
              </a:solidFill>
              <a:latin typeface="Montserrat SemiBold"/>
              <a:ea typeface="Calibri" panose="020F0502020204030204" pitchFamily="34" charset="0"/>
              <a:cs typeface="Montserrat SemiBold"/>
            </a:endParaRPr>
          </a:p>
        </p:txBody>
      </p:sp>
      <p:sp>
        <p:nvSpPr>
          <p:cNvPr id="2065738165" name="Номер слайда 1">
            <a:extLst>
              <a:ext uri="{FF2B5EF4-FFF2-40B4-BE49-F238E27FC236}">
                <a16:creationId xmlns:a16="http://schemas.microsoft.com/office/drawing/2014/main" id="{6F2E96C8-7ADF-10D6-CFCA-0B59FFDAB5C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/>
        <p:txBody>
          <a:bodyPr/>
          <a:lstStyle/>
          <a:p>
            <a:pPr>
              <a:defRPr/>
            </a:pPr>
            <a:r>
              <a:rPr lang="ru-RU" dirty="0"/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Прямоугольник 2">
                <a:extLst>
                  <a:ext uri="{FF2B5EF4-FFF2-40B4-BE49-F238E27FC236}">
                    <a16:creationId xmlns:a16="http://schemas.microsoft.com/office/drawing/2014/main" id="{564146CE-47E8-E6A0-55BC-39279AFD87D1}"/>
                  </a:ext>
                </a:extLst>
              </p:cNvPr>
              <p:cNvSpPr/>
              <p:nvPr/>
            </p:nvSpPr>
            <p:spPr bwMode="auto">
              <a:xfrm>
                <a:off x="552496" y="1001520"/>
                <a:ext cx="217160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𝐶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𝐵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𝐻</m:t>
                      </m:r>
                    </m:oMath>
                  </m:oMathPara>
                </a14:m>
                <a:endParaRPr lang="en-US" sz="28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Прямоугольник 2">
                <a:extLst>
                  <a:ext uri="{FF2B5EF4-FFF2-40B4-BE49-F238E27FC236}">
                    <a16:creationId xmlns:a16="http://schemas.microsoft.com/office/drawing/2014/main" id="{564146CE-47E8-E6A0-55BC-39279AFD87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2496" y="1001520"/>
                <a:ext cx="2171608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02AFB90-113D-A014-3BCC-D48AD2107C4E}"/>
                  </a:ext>
                </a:extLst>
              </p:cNvPr>
              <p:cNvSpPr txBox="1"/>
              <p:nvPr/>
            </p:nvSpPr>
            <p:spPr bwMode="auto">
              <a:xfrm>
                <a:off x="621890" y="1395650"/>
                <a:ext cx="498424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80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it-IT" sz="2800" i="1" smtClean="0">
                          <a:latin typeface="Cambria Math" panose="02040503050406030204" pitchFamily="18" charset="0"/>
                        </a:rPr>
                        <m:t>=150000⋅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+500000⋅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l-G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sub>
                      </m:sSub>
                    </m:oMath>
                  </m:oMathPara>
                </a14:m>
                <a:endParaRPr lang="en-US" sz="2800" b="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02AFB90-113D-A014-3BCC-D48AD2107C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1890" y="1395650"/>
                <a:ext cx="4984249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Прямоугольник 2">
                <a:extLst>
                  <a:ext uri="{FF2B5EF4-FFF2-40B4-BE49-F238E27FC236}">
                    <a16:creationId xmlns:a16="http://schemas.microsoft.com/office/drawing/2014/main" id="{331B82EB-1720-FFD0-771C-9AFBD7897A4A}"/>
                  </a:ext>
                </a:extLst>
              </p:cNvPr>
              <p:cNvSpPr/>
              <p:nvPr/>
            </p:nvSpPr>
            <p:spPr bwMode="auto">
              <a:xfrm>
                <a:off x="3406877" y="2410480"/>
                <a:ext cx="537824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=200⋅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𝜆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Σ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+50⋅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Σ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8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Прямоугольник 2">
                <a:extLst>
                  <a:ext uri="{FF2B5EF4-FFF2-40B4-BE49-F238E27FC236}">
                    <a16:creationId xmlns:a16="http://schemas.microsoft.com/office/drawing/2014/main" id="{331B82EB-1720-FFD0-771C-9AFBD7897A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06877" y="2410480"/>
                <a:ext cx="5378246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Прямоугольник 2">
                <a:extLst>
                  <a:ext uri="{FF2B5EF4-FFF2-40B4-BE49-F238E27FC236}">
                    <a16:creationId xmlns:a16="http://schemas.microsoft.com/office/drawing/2014/main" id="{670B3316-A8D7-4E75-BBD0-98A1F6CAE319}"/>
                  </a:ext>
                </a:extLst>
              </p:cNvPr>
              <p:cNvSpPr/>
              <p:nvPr/>
            </p:nvSpPr>
            <p:spPr bwMode="auto">
              <a:xfrm>
                <a:off x="2581616" y="2987133"/>
                <a:ext cx="7028768" cy="113787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𝐻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∈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200⋅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Σ</m:t>
                                  </m:r>
                                </m:sub>
                              </m:sSub>
                              <m:r>
                                <a:rPr lang="en-US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+50⋅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Σ</m:t>
                                  </m:r>
                                </m:sub>
                              </m:sSub>
                              <m:r>
                                <a:rPr lang="en-US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sz="28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Прямоугольник 2">
                <a:extLst>
                  <a:ext uri="{FF2B5EF4-FFF2-40B4-BE49-F238E27FC236}">
                    <a16:creationId xmlns:a16="http://schemas.microsoft.com/office/drawing/2014/main" id="{670B3316-A8D7-4E75-BBD0-98A1F6CAE3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81616" y="2987133"/>
                <a:ext cx="7028768" cy="113787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Прямоугольник 2">
                <a:extLst>
                  <a:ext uri="{FF2B5EF4-FFF2-40B4-BE49-F238E27FC236}">
                    <a16:creationId xmlns:a16="http://schemas.microsoft.com/office/drawing/2014/main" id="{90F770C2-CDBA-B621-22F4-B8F684526B4C}"/>
                  </a:ext>
                </a:extLst>
              </p:cNvPr>
              <p:cNvSpPr/>
              <p:nvPr/>
            </p:nvSpPr>
            <p:spPr bwMode="auto">
              <a:xfrm>
                <a:off x="205274" y="5394670"/>
                <a:ext cx="4721290" cy="126797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𝜆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Σ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∈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⋅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</m:e>
                          </m:d>
                        </m:e>
                      </m:nary>
                      <m:r>
                        <a:rPr lang="en-US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𝜆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Σ</m:t>
                          </m:r>
                        </m:sub>
                      </m:sSub>
                    </m:oMath>
                  </m:oMathPara>
                </a14:m>
                <a:endParaRPr lang="en-US" sz="28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Σ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∈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6⋅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=6⋅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𝜆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Σ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8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Прямоугольник 2">
                <a:extLst>
                  <a:ext uri="{FF2B5EF4-FFF2-40B4-BE49-F238E27FC236}">
                    <a16:creationId xmlns:a16="http://schemas.microsoft.com/office/drawing/2014/main" id="{90F770C2-CDBA-B621-22F4-B8F684526B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5274" y="5394670"/>
                <a:ext cx="4721290" cy="126797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Прямоугольник 2">
                <a:extLst>
                  <a:ext uri="{FF2B5EF4-FFF2-40B4-BE49-F238E27FC236}">
                    <a16:creationId xmlns:a16="http://schemas.microsoft.com/office/drawing/2014/main" id="{F3187609-EC8A-0862-92CB-D481141CAE39}"/>
                  </a:ext>
                </a:extLst>
              </p:cNvPr>
              <p:cNvSpPr/>
              <p:nvPr/>
            </p:nvSpPr>
            <p:spPr bwMode="auto">
              <a:xfrm>
                <a:off x="2581616" y="4125009"/>
                <a:ext cx="702876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𝐻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=500⋅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𝜆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Σ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Σ</m:t>
                          </m:r>
                        </m:sub>
                      </m:sSub>
                    </m:oMath>
                  </m:oMathPara>
                </a14:m>
                <a:endParaRPr lang="en-US" sz="28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Прямоугольник 2">
                <a:extLst>
                  <a:ext uri="{FF2B5EF4-FFF2-40B4-BE49-F238E27FC236}">
                    <a16:creationId xmlns:a16="http://schemas.microsoft.com/office/drawing/2014/main" id="{F3187609-EC8A-0862-92CB-D481141CAE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81616" y="4125009"/>
                <a:ext cx="7028768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Прямоугольник 2">
                <a:extLst>
                  <a:ext uri="{FF2B5EF4-FFF2-40B4-BE49-F238E27FC236}">
                    <a16:creationId xmlns:a16="http://schemas.microsoft.com/office/drawing/2014/main" id="{DC726205-367A-BDE4-5467-50214EBD191D}"/>
                  </a:ext>
                </a:extLst>
              </p:cNvPr>
              <p:cNvSpPr/>
              <p:nvPr/>
            </p:nvSpPr>
            <p:spPr bwMode="auto">
              <a:xfrm>
                <a:off x="4685071" y="4709471"/>
                <a:ext cx="282185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𝐻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=128000⋅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Σ</m:t>
                          </m:r>
                        </m:sub>
                      </m:sSub>
                    </m:oMath>
                  </m:oMathPara>
                </a14:m>
                <a:endParaRPr lang="en-US" sz="28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Прямоугольник 2">
                <a:extLst>
                  <a:ext uri="{FF2B5EF4-FFF2-40B4-BE49-F238E27FC236}">
                    <a16:creationId xmlns:a16="http://schemas.microsoft.com/office/drawing/2014/main" id="{DC726205-367A-BDE4-5467-50214EBD19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85071" y="4709471"/>
                <a:ext cx="2821858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4731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99992734-193A-93A6-9F00-5554EA26848C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9509378" name="TextBox 4">
            <a:extLst>
              <a:ext uri="{FF2B5EF4-FFF2-40B4-BE49-F238E27FC236}">
                <a16:creationId xmlns:a16="http://schemas.microsoft.com/office/drawing/2014/main" id="{04C9D9F5-7B5F-2C02-CC50-2AD2A18BD955}"/>
              </a:ext>
            </a:extLst>
          </p:cNvPr>
          <p:cNvSpPr txBox="1"/>
          <p:nvPr/>
        </p:nvSpPr>
        <p:spPr bwMode="auto">
          <a:xfrm>
            <a:off x="720000" y="540000"/>
            <a:ext cx="8184783" cy="400110"/>
          </a:xfrm>
          <a:prstGeom prst="rect">
            <a:avLst/>
          </a:prstGeom>
          <a:ln w="12700">
            <a:miter lim="400000"/>
          </a:ln>
        </p:spPr>
        <p:txBody>
          <a:bodyPr lIns="45718" rIns="45718">
            <a:spAutoFit/>
          </a:bodyPr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>
                <a:latin typeface="PFDinTextCondPro-Medium"/>
                <a:ea typeface="PFDinTextCondPro-Medium"/>
                <a:cs typeface="PFDinTextCondPro-Medium"/>
              </a:defRPr>
            </a:pPr>
            <a:r>
              <a:rPr lang="ru-RU" sz="2000" b="0" i="0" u="none" strike="noStrike" cap="none" spc="0" dirty="0">
                <a:solidFill>
                  <a:schemeClr val="tx1"/>
                </a:solidFill>
                <a:latin typeface="Montserrat SemiBold"/>
                <a:ea typeface="Montserrat SemiBold"/>
                <a:cs typeface="Montserrat SemiBold"/>
              </a:rPr>
              <a:t>Выведение расчётной формулы</a:t>
            </a:r>
            <a:endParaRPr lang="ru-RU" sz="2000" b="0" i="0" u="none" strike="noStrike" cap="none" spc="0" dirty="0">
              <a:solidFill>
                <a:schemeClr val="tx1"/>
              </a:solidFill>
              <a:latin typeface="Montserrat SemiBold"/>
              <a:ea typeface="Calibri" panose="020F0502020204030204" pitchFamily="34" charset="0"/>
              <a:cs typeface="Montserrat SemiBold"/>
            </a:endParaRPr>
          </a:p>
        </p:txBody>
      </p:sp>
      <p:sp>
        <p:nvSpPr>
          <p:cNvPr id="2065738165" name="Номер слайда 1">
            <a:extLst>
              <a:ext uri="{FF2B5EF4-FFF2-40B4-BE49-F238E27FC236}">
                <a16:creationId xmlns:a16="http://schemas.microsoft.com/office/drawing/2014/main" id="{8490E148-78B8-2202-9C89-778C1D55E7F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/>
        <p:txBody>
          <a:bodyPr/>
          <a:lstStyle/>
          <a:p>
            <a:pPr>
              <a:defRPr/>
            </a:pPr>
            <a:r>
              <a:rPr lang="ru-RU" dirty="0"/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Прямоугольник 2">
                <a:extLst>
                  <a:ext uri="{FF2B5EF4-FFF2-40B4-BE49-F238E27FC236}">
                    <a16:creationId xmlns:a16="http://schemas.microsoft.com/office/drawing/2014/main" id="{A1A6FC0B-C268-8379-1B68-0B692ECE7683}"/>
                  </a:ext>
                </a:extLst>
              </p:cNvPr>
              <p:cNvSpPr/>
              <p:nvPr/>
            </p:nvSpPr>
            <p:spPr bwMode="auto">
              <a:xfrm>
                <a:off x="552496" y="1001520"/>
                <a:ext cx="217160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𝐶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𝐵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𝐻</m:t>
                      </m:r>
                    </m:oMath>
                  </m:oMathPara>
                </a14:m>
                <a:endParaRPr lang="en-US" sz="28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Прямоугольник 2">
                <a:extLst>
                  <a:ext uri="{FF2B5EF4-FFF2-40B4-BE49-F238E27FC236}">
                    <a16:creationId xmlns:a16="http://schemas.microsoft.com/office/drawing/2014/main" id="{A1A6FC0B-C268-8379-1B68-0B692ECE76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2496" y="1001520"/>
                <a:ext cx="2171608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D698CBD-17CE-3703-3995-432B2096A33D}"/>
                  </a:ext>
                </a:extLst>
              </p:cNvPr>
              <p:cNvSpPr txBox="1"/>
              <p:nvPr/>
            </p:nvSpPr>
            <p:spPr bwMode="auto">
              <a:xfrm>
                <a:off x="621890" y="1395650"/>
                <a:ext cx="498424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80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it-IT" sz="2800" i="1" smtClean="0">
                          <a:latin typeface="Cambria Math" panose="02040503050406030204" pitchFamily="18" charset="0"/>
                        </a:rPr>
                        <m:t>=150000⋅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+500000⋅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l-G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sub>
                      </m:sSub>
                    </m:oMath>
                  </m:oMathPara>
                </a14:m>
                <a:endParaRPr lang="en-US" sz="2800" b="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D698CBD-17CE-3703-3995-432B2096A3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1890" y="1395650"/>
                <a:ext cx="4984249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Прямоугольник 2">
                <a:extLst>
                  <a:ext uri="{FF2B5EF4-FFF2-40B4-BE49-F238E27FC236}">
                    <a16:creationId xmlns:a16="http://schemas.microsoft.com/office/drawing/2014/main" id="{A888524B-92DE-C0E3-CEFB-57E2CA7A7BCD}"/>
                  </a:ext>
                </a:extLst>
              </p:cNvPr>
              <p:cNvSpPr/>
              <p:nvPr/>
            </p:nvSpPr>
            <p:spPr bwMode="auto">
              <a:xfrm>
                <a:off x="664292" y="1775771"/>
                <a:ext cx="282185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𝐻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=128000⋅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Σ</m:t>
                          </m:r>
                        </m:sub>
                      </m:sSub>
                    </m:oMath>
                  </m:oMathPara>
                </a14:m>
                <a:endParaRPr lang="en-US" sz="28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Прямоугольник 2">
                <a:extLst>
                  <a:ext uri="{FF2B5EF4-FFF2-40B4-BE49-F238E27FC236}">
                    <a16:creationId xmlns:a16="http://schemas.microsoft.com/office/drawing/2014/main" id="{A888524B-92DE-C0E3-CEFB-57E2CA7A7B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4292" y="1775771"/>
                <a:ext cx="2821858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4975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CC3D4E14-9A98-FC10-5863-E24EB577233B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9509378" name="TextBox 4">
            <a:extLst>
              <a:ext uri="{FF2B5EF4-FFF2-40B4-BE49-F238E27FC236}">
                <a16:creationId xmlns:a16="http://schemas.microsoft.com/office/drawing/2014/main" id="{06F73621-86BB-6B42-9605-8BBB58164A50}"/>
              </a:ext>
            </a:extLst>
          </p:cNvPr>
          <p:cNvSpPr txBox="1"/>
          <p:nvPr/>
        </p:nvSpPr>
        <p:spPr bwMode="auto">
          <a:xfrm>
            <a:off x="720000" y="540000"/>
            <a:ext cx="8184783" cy="400110"/>
          </a:xfrm>
          <a:prstGeom prst="rect">
            <a:avLst/>
          </a:prstGeom>
          <a:ln w="12700">
            <a:miter lim="400000"/>
          </a:ln>
        </p:spPr>
        <p:txBody>
          <a:bodyPr lIns="45718" rIns="45718">
            <a:spAutoFit/>
          </a:bodyPr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>
                <a:latin typeface="PFDinTextCondPro-Medium"/>
                <a:ea typeface="PFDinTextCondPro-Medium"/>
                <a:cs typeface="PFDinTextCondPro-Medium"/>
              </a:defRPr>
            </a:pPr>
            <a:r>
              <a:rPr lang="ru-RU" sz="2000" b="0" i="0" u="none" strike="noStrike" cap="none" spc="0" dirty="0">
                <a:solidFill>
                  <a:schemeClr val="tx1"/>
                </a:solidFill>
                <a:latin typeface="Montserrat SemiBold"/>
                <a:ea typeface="Montserrat SemiBold"/>
                <a:cs typeface="Montserrat SemiBold"/>
              </a:rPr>
              <a:t>Выведение расчётной формулы</a:t>
            </a:r>
            <a:endParaRPr lang="ru-RU" sz="2000" b="0" i="0" u="none" strike="noStrike" cap="none" spc="0" dirty="0">
              <a:solidFill>
                <a:schemeClr val="tx1"/>
              </a:solidFill>
              <a:latin typeface="Montserrat SemiBold"/>
              <a:ea typeface="Calibri" panose="020F0502020204030204" pitchFamily="34" charset="0"/>
              <a:cs typeface="Montserrat SemiBold"/>
            </a:endParaRPr>
          </a:p>
        </p:txBody>
      </p:sp>
      <p:sp>
        <p:nvSpPr>
          <p:cNvPr id="2065738165" name="Номер слайда 1">
            <a:extLst>
              <a:ext uri="{FF2B5EF4-FFF2-40B4-BE49-F238E27FC236}">
                <a16:creationId xmlns:a16="http://schemas.microsoft.com/office/drawing/2014/main" id="{1E764394-6977-7AFB-2D41-15474B598B3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/>
        <p:txBody>
          <a:bodyPr/>
          <a:lstStyle/>
          <a:p>
            <a:pPr>
              <a:defRPr/>
            </a:pPr>
            <a:r>
              <a:rPr lang="ru-RU" dirty="0"/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Прямоугольник 2">
                <a:extLst>
                  <a:ext uri="{FF2B5EF4-FFF2-40B4-BE49-F238E27FC236}">
                    <a16:creationId xmlns:a16="http://schemas.microsoft.com/office/drawing/2014/main" id="{3917979B-5805-3EF4-9385-C6407051A48F}"/>
                  </a:ext>
                </a:extLst>
              </p:cNvPr>
              <p:cNvSpPr/>
              <p:nvPr/>
            </p:nvSpPr>
            <p:spPr bwMode="auto">
              <a:xfrm>
                <a:off x="552496" y="1001520"/>
                <a:ext cx="217160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𝐶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𝐵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𝐻</m:t>
                      </m:r>
                    </m:oMath>
                  </m:oMathPara>
                </a14:m>
                <a:endParaRPr lang="en-US" sz="28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Прямоугольник 2">
                <a:extLst>
                  <a:ext uri="{FF2B5EF4-FFF2-40B4-BE49-F238E27FC236}">
                    <a16:creationId xmlns:a16="http://schemas.microsoft.com/office/drawing/2014/main" id="{3917979B-5805-3EF4-9385-C6407051A4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2496" y="1001520"/>
                <a:ext cx="2171608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BF98A46-7E22-0477-D37D-55B194BB99F9}"/>
                  </a:ext>
                </a:extLst>
              </p:cNvPr>
              <p:cNvSpPr txBox="1"/>
              <p:nvPr/>
            </p:nvSpPr>
            <p:spPr bwMode="auto">
              <a:xfrm>
                <a:off x="621890" y="1395650"/>
                <a:ext cx="498424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80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it-IT" sz="2800" i="1" smtClean="0">
                          <a:latin typeface="Cambria Math" panose="02040503050406030204" pitchFamily="18" charset="0"/>
                        </a:rPr>
                        <m:t>=150000⋅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+500000⋅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l-G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sub>
                      </m:sSub>
                    </m:oMath>
                  </m:oMathPara>
                </a14:m>
                <a:endParaRPr lang="en-US" sz="2800" b="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BF98A46-7E22-0477-D37D-55B194BB99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1890" y="1395650"/>
                <a:ext cx="4984249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Прямоугольник 2">
                <a:extLst>
                  <a:ext uri="{FF2B5EF4-FFF2-40B4-BE49-F238E27FC236}">
                    <a16:creationId xmlns:a16="http://schemas.microsoft.com/office/drawing/2014/main" id="{80F5122B-4710-AD29-EECD-A1A07E898E2C}"/>
                  </a:ext>
                </a:extLst>
              </p:cNvPr>
              <p:cNvSpPr/>
              <p:nvPr/>
            </p:nvSpPr>
            <p:spPr bwMode="auto">
              <a:xfrm>
                <a:off x="664292" y="1775771"/>
                <a:ext cx="282185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𝐻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=128000⋅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Σ</m:t>
                          </m:r>
                        </m:sub>
                      </m:sSub>
                    </m:oMath>
                  </m:oMathPara>
                </a14:m>
                <a:endParaRPr lang="en-US" sz="28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Прямоугольник 2">
                <a:extLst>
                  <a:ext uri="{FF2B5EF4-FFF2-40B4-BE49-F238E27FC236}">
                    <a16:creationId xmlns:a16="http://schemas.microsoft.com/office/drawing/2014/main" id="{80F5122B-4710-AD29-EECD-A1A07E898E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4292" y="1775771"/>
                <a:ext cx="2821858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Прямоугольник 2">
                <a:extLst>
                  <a:ext uri="{FF2B5EF4-FFF2-40B4-BE49-F238E27FC236}">
                    <a16:creationId xmlns:a16="http://schemas.microsoft.com/office/drawing/2014/main" id="{6C7F483C-5508-63C4-7ED3-8081EC5D05E1}"/>
                  </a:ext>
                </a:extLst>
              </p:cNvPr>
              <p:cNvSpPr/>
              <p:nvPr/>
            </p:nvSpPr>
            <p:spPr bwMode="auto">
              <a:xfrm>
                <a:off x="2295525" y="3167390"/>
                <a:ext cx="7600950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𝐶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=150000⋅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𝛼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+628000⋅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3600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Σ</m:t>
                          </m:r>
                        </m:sub>
                      </m:sSub>
                    </m:oMath>
                  </m:oMathPara>
                </a14:m>
                <a:endParaRPr lang="en-US" sz="36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Прямоугольник 2">
                <a:extLst>
                  <a:ext uri="{FF2B5EF4-FFF2-40B4-BE49-F238E27FC236}">
                    <a16:creationId xmlns:a16="http://schemas.microsoft.com/office/drawing/2014/main" id="{6C7F483C-5508-63C4-7ED3-8081EC5D05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95525" y="3167390"/>
                <a:ext cx="7600950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2834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0C569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C92252-3CCB-2D74-2E7F-CFB5CD64E1C5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8E3DDE6-2154-3EF7-525D-D95C66DC1648}"/>
              </a:ext>
            </a:extLst>
          </p:cNvPr>
          <p:cNvSpPr/>
          <p:nvPr/>
        </p:nvSpPr>
        <p:spPr bwMode="auto">
          <a:xfrm>
            <a:off x="589140" y="5216346"/>
            <a:ext cx="6916560" cy="1200329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>
              <a:defRPr/>
            </a:pPr>
            <a:r>
              <a:rPr lang="ru-RU" sz="3600" dirty="0">
                <a:solidFill>
                  <a:schemeClr val="bg1"/>
                </a:solidFill>
                <a:latin typeface="Montserrat SemiBold"/>
              </a:rPr>
              <a:t>Стратегии</a:t>
            </a:r>
          </a:p>
          <a:p>
            <a:pPr>
              <a:defRPr/>
            </a:pPr>
            <a:r>
              <a:rPr lang="ru-RU" sz="3600" dirty="0">
                <a:solidFill>
                  <a:schemeClr val="bg1"/>
                </a:solidFill>
                <a:latin typeface="Montserrat SemiBold"/>
              </a:rPr>
              <a:t>оптимальных расстановок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6CB5AA1-2BD8-FC24-E27B-CB0D5240F260}"/>
              </a:ext>
            </a:extLst>
          </p:cNvPr>
          <p:cNvSpPr/>
          <p:nvPr/>
        </p:nvSpPr>
        <p:spPr bwMode="auto">
          <a:xfrm>
            <a:off x="540253" y="4016017"/>
            <a:ext cx="1177035" cy="1200329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>
              <a:defRPr/>
            </a:pPr>
            <a:r>
              <a:rPr lang="en-US" sz="7200" dirty="0">
                <a:solidFill>
                  <a:schemeClr val="bg1"/>
                </a:solidFill>
                <a:latin typeface="Montserrat"/>
              </a:rPr>
              <a:t>3</a:t>
            </a:r>
            <a:endParaRPr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111FD5F-1C8C-B062-9045-95F6F94C6A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 bwMode="auto">
          <a:xfrm>
            <a:off x="3052531" y="441325"/>
            <a:ext cx="1567691" cy="471829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94AEC5F-CE6C-032E-51FE-2CD2D9298A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 bwMode="auto">
          <a:xfrm>
            <a:off x="658813" y="441325"/>
            <a:ext cx="1823621" cy="471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998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2B7DB866-537B-760B-91C4-09E7173F7717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9509378" name="TextBox 4">
            <a:extLst>
              <a:ext uri="{FF2B5EF4-FFF2-40B4-BE49-F238E27FC236}">
                <a16:creationId xmlns:a16="http://schemas.microsoft.com/office/drawing/2014/main" id="{7EFF7684-53CE-85F4-DF7C-B57E8304D6E1}"/>
              </a:ext>
            </a:extLst>
          </p:cNvPr>
          <p:cNvSpPr txBox="1"/>
          <p:nvPr/>
        </p:nvSpPr>
        <p:spPr bwMode="auto">
          <a:xfrm>
            <a:off x="720000" y="540000"/>
            <a:ext cx="9662250" cy="400110"/>
          </a:xfrm>
          <a:prstGeom prst="rect">
            <a:avLst/>
          </a:prstGeom>
          <a:ln w="12700">
            <a:miter lim="400000"/>
          </a:ln>
        </p:spPr>
        <p:txBody>
          <a:bodyPr wrap="square" lIns="45718" rIns="45718">
            <a:spAutoFit/>
          </a:bodyPr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>
                <a:latin typeface="PFDinTextCondPro-Medium"/>
                <a:ea typeface="PFDinTextCondPro-Medium"/>
                <a:cs typeface="PFDinTextCondPro-Medium"/>
              </a:defRPr>
            </a:pPr>
            <a:r>
              <a:rPr lang="ru-RU" sz="2000" b="0" i="0" u="none" strike="noStrike" cap="none" spc="0" dirty="0">
                <a:solidFill>
                  <a:schemeClr val="tx1"/>
                </a:solidFill>
                <a:latin typeface="Montserrat SemiBold"/>
                <a:ea typeface="Montserrat SemiBold"/>
                <a:cs typeface="Montserrat SemiBold"/>
              </a:rPr>
              <a:t>1. Централизованная структура вокруг наибольших мощностей</a:t>
            </a:r>
            <a:endParaRPr lang="ru-RU" sz="2000" b="0" i="0" u="none" strike="noStrike" cap="none" spc="0" dirty="0">
              <a:solidFill>
                <a:schemeClr val="tx1"/>
              </a:solidFill>
              <a:latin typeface="Montserrat SemiBold"/>
              <a:ea typeface="Calibri" panose="020F0502020204030204" pitchFamily="34" charset="0"/>
              <a:cs typeface="Montserrat SemiBold"/>
            </a:endParaRPr>
          </a:p>
        </p:txBody>
      </p:sp>
      <p:sp>
        <p:nvSpPr>
          <p:cNvPr id="2065738165" name="Номер слайда 1">
            <a:extLst>
              <a:ext uri="{FF2B5EF4-FFF2-40B4-BE49-F238E27FC236}">
                <a16:creationId xmlns:a16="http://schemas.microsoft.com/office/drawing/2014/main" id="{519D709A-94C5-934A-9012-E68F8AA6325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/>
        <p:txBody>
          <a:bodyPr/>
          <a:lstStyle/>
          <a:p>
            <a:pPr>
              <a:defRPr/>
            </a:pPr>
            <a:r>
              <a:rPr lang="ru-RU" dirty="0"/>
              <a:t>4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D7C7B9C-760A-5602-83CA-E83EA9B39EF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997" y="1095375"/>
            <a:ext cx="5537925" cy="5307922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434D356-1D40-B0E2-2BE8-17075F0442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4081" y="1095375"/>
            <a:ext cx="5307922" cy="5307922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22884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3DB03AC5-F205-8427-D474-E1BD6C677846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9509378" name="TextBox 4">
            <a:extLst>
              <a:ext uri="{FF2B5EF4-FFF2-40B4-BE49-F238E27FC236}">
                <a16:creationId xmlns:a16="http://schemas.microsoft.com/office/drawing/2014/main" id="{D8B59B04-94F1-3721-FC4C-BB395F664486}"/>
              </a:ext>
            </a:extLst>
          </p:cNvPr>
          <p:cNvSpPr txBox="1"/>
          <p:nvPr/>
        </p:nvSpPr>
        <p:spPr bwMode="auto">
          <a:xfrm>
            <a:off x="720000" y="540000"/>
            <a:ext cx="9662250" cy="400110"/>
          </a:xfrm>
          <a:prstGeom prst="rect">
            <a:avLst/>
          </a:prstGeom>
          <a:ln w="12700">
            <a:miter lim="400000"/>
          </a:ln>
        </p:spPr>
        <p:txBody>
          <a:bodyPr wrap="square" lIns="45718" rIns="45718">
            <a:spAutoFit/>
          </a:bodyPr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>
                <a:latin typeface="PFDinTextCondPro-Medium"/>
                <a:ea typeface="PFDinTextCondPro-Medium"/>
                <a:cs typeface="PFDinTextCondPro-Medium"/>
              </a:defRPr>
            </a:pPr>
            <a:r>
              <a:rPr lang="ru-RU" sz="2000" b="0" i="0" u="none" strike="noStrike" cap="none" spc="0" dirty="0">
                <a:solidFill>
                  <a:schemeClr val="tx1"/>
                </a:solidFill>
                <a:latin typeface="Montserrat SemiBold"/>
                <a:ea typeface="Montserrat SemiBold"/>
                <a:cs typeface="Montserrat SemiBold"/>
              </a:rPr>
              <a:t>1. Централизованная структура вокруг наибольших мощностей</a:t>
            </a:r>
            <a:endParaRPr lang="ru-RU" sz="2000" b="0" i="0" u="none" strike="noStrike" cap="none" spc="0" dirty="0">
              <a:solidFill>
                <a:schemeClr val="tx1"/>
              </a:solidFill>
              <a:latin typeface="Montserrat SemiBold"/>
              <a:ea typeface="Calibri" panose="020F0502020204030204" pitchFamily="34" charset="0"/>
              <a:cs typeface="Montserrat SemiBold"/>
            </a:endParaRPr>
          </a:p>
        </p:txBody>
      </p:sp>
      <p:sp>
        <p:nvSpPr>
          <p:cNvPr id="2065738165" name="Номер слайда 1">
            <a:extLst>
              <a:ext uri="{FF2B5EF4-FFF2-40B4-BE49-F238E27FC236}">
                <a16:creationId xmlns:a16="http://schemas.microsoft.com/office/drawing/2014/main" id="{C8929412-1C1C-5DE1-AD7C-E78787D8F4F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/>
        <p:txBody>
          <a:bodyPr/>
          <a:lstStyle/>
          <a:p>
            <a:pPr>
              <a:defRPr/>
            </a:pPr>
            <a:r>
              <a:rPr lang="ru-RU" dirty="0"/>
              <a:t>4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0597E5C-4DF8-E2EB-6C90-2C212608460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997" y="1095375"/>
            <a:ext cx="5537925" cy="5307922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1E90988-B1D7-E08E-A9D8-E2C0DC71AD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4081" y="1095375"/>
            <a:ext cx="5307922" cy="5307922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402BD5F-F086-9B57-BF52-96AFCD0267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4080" y="1095374"/>
            <a:ext cx="5307921" cy="530792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34140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B0F7AB7C-8107-403B-2032-2B1090389E43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39509378" name="TextBox 4">
                <a:extLst>
                  <a:ext uri="{FF2B5EF4-FFF2-40B4-BE49-F238E27FC236}">
                    <a16:creationId xmlns:a16="http://schemas.microsoft.com/office/drawing/2014/main" id="{0E2817FC-1064-27E2-E638-EC083DF243FE}"/>
                  </a:ext>
                </a:extLst>
              </p:cNvPr>
              <p:cNvSpPr txBox="1"/>
              <p:nvPr/>
            </p:nvSpPr>
            <p:spPr bwMode="auto">
              <a:xfrm>
                <a:off x="720000" y="540000"/>
                <a:ext cx="8184783" cy="400110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lIns="45718" rIns="45718">
                <a:spAutoFit/>
              </a:bodyPr>
              <a:lstStyle/>
              <a:p>
                <a:pPr marL="0" marR="0" indent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defRPr sz="2000">
                    <a:latin typeface="PFDinTextCondPro-Medium"/>
                    <a:ea typeface="PFDinTextCondPro-Medium"/>
                    <a:cs typeface="PFDinTextCondPro-Medium"/>
                  </a:defRPr>
                </a:pPr>
                <a:r>
                  <a:rPr lang="ru-RU" sz="2000" b="0" i="0" u="none" strike="noStrike" cap="none" spc="0" dirty="0">
                    <a:solidFill>
                      <a:schemeClr val="tx1"/>
                    </a:solidFill>
                    <a:latin typeface="Montserrat SemiBold"/>
                    <a:ea typeface="Calibri" panose="020F0502020204030204" pitchFamily="34" charset="0"/>
                    <a:cs typeface="Montserrat SemiBold"/>
                  </a:rPr>
                  <a:t>2. Древовидная структура с единичным корнем в </a:t>
                </a:r>
                <a14:m>
                  <m:oMath xmlns:m="http://schemas.openxmlformats.org/officeDocument/2006/math">
                    <m:r>
                      <a:rPr lang="en-US" sz="2000" b="0" i="1" u="none" strike="noStrike" cap="none" spc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Montserrat SemiBold"/>
                      </a:rPr>
                      <m:t>(12.5, 0)</m:t>
                    </m:r>
                  </m:oMath>
                </a14:m>
                <a:endParaRPr lang="ru-RU" sz="2000" b="0" i="0" u="none" strike="noStrike" cap="none" spc="0" dirty="0">
                  <a:solidFill>
                    <a:schemeClr val="tx1"/>
                  </a:solidFill>
                  <a:latin typeface="Montserrat SemiBold"/>
                  <a:ea typeface="Calibri" panose="020F0502020204030204" pitchFamily="34" charset="0"/>
                  <a:cs typeface="Montserrat SemiBold"/>
                </a:endParaRPr>
              </a:p>
            </p:txBody>
          </p:sp>
        </mc:Choice>
        <mc:Fallback xmlns="">
          <p:sp>
            <p:nvSpPr>
              <p:cNvPr id="839509378" name="TextBox 4">
                <a:extLst>
                  <a:ext uri="{FF2B5EF4-FFF2-40B4-BE49-F238E27FC236}">
                    <a16:creationId xmlns:a16="http://schemas.microsoft.com/office/drawing/2014/main" id="{0E2817FC-1064-27E2-E638-EC083DF243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0000" y="540000"/>
                <a:ext cx="8184783" cy="400110"/>
              </a:xfrm>
              <a:prstGeom prst="rect">
                <a:avLst/>
              </a:prstGeom>
              <a:blipFill>
                <a:blip r:embed="rId2"/>
                <a:stretch>
                  <a:fillRect l="-1340" t="-7692" b="-29231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65738165" name="Номер слайда 1">
            <a:extLst>
              <a:ext uri="{FF2B5EF4-FFF2-40B4-BE49-F238E27FC236}">
                <a16:creationId xmlns:a16="http://schemas.microsoft.com/office/drawing/2014/main" id="{B6BC1EF2-F0FE-9EF0-6C91-F38A7886969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/>
        <p:txBody>
          <a:bodyPr/>
          <a:lstStyle/>
          <a:p>
            <a:pPr>
              <a:defRPr/>
            </a:pPr>
            <a:r>
              <a:rPr lang="ru-RU" dirty="0"/>
              <a:t>5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39E25CB-2A83-7E92-97A1-3694ABFF54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8557" y="1250699"/>
            <a:ext cx="5214885" cy="521488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12493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0C569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6225085" name="TextBox 4"/>
          <p:cNvSpPr txBox="1"/>
          <p:nvPr/>
        </p:nvSpPr>
        <p:spPr bwMode="auto">
          <a:xfrm>
            <a:off x="540000" y="1800000"/>
            <a:ext cx="6551596" cy="707886"/>
          </a:xfrm>
          <a:prstGeom prst="rect">
            <a:avLst/>
          </a:prstGeom>
          <a:ln w="12700">
            <a:miter lim="400000"/>
          </a:ln>
        </p:spPr>
        <p:txBody>
          <a:bodyPr wrap="square" lIns="45718" rIns="45718">
            <a:spAutoFit/>
          </a:bodyPr>
          <a:lstStyle/>
          <a:p>
            <a:pPr algn="ctr">
              <a:defRPr sz="2000">
                <a:latin typeface="PFDinTextCondPro-Medium"/>
                <a:ea typeface="PFDinTextCondPro-Medium"/>
                <a:cs typeface="PFDinTextCondPro-Medium"/>
              </a:defRPr>
            </a:pPr>
            <a:r>
              <a:rPr lang="ru-RU" sz="4000" dirty="0">
                <a:solidFill>
                  <a:schemeClr val="bg1"/>
                </a:solidFill>
                <a:latin typeface="Montserrat SemiBold" panose="00000700000000000000" pitchFamily="2" charset="-52"/>
                <a:ea typeface="Calibri" panose="020F0502020204030204" pitchFamily="34" charset="0"/>
                <a:cs typeface="Calibri" panose="020F0502020204030204" pitchFamily="34" charset="0"/>
              </a:rPr>
              <a:t>Спасибо за внимание!</a:t>
            </a:r>
            <a:endParaRPr lang="ru-RU" dirty="0">
              <a:solidFill>
                <a:schemeClr val="bg1"/>
              </a:solidFill>
              <a:latin typeface="Montserrat SemiBold" panose="00000700000000000000" pitchFamily="2" charset="-52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9E06B0A-CF95-6975-65AC-F019D0EE3C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 bwMode="auto">
          <a:xfrm>
            <a:off x="3052531" y="441325"/>
            <a:ext cx="1567691" cy="471829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59BE469-05DF-43D2-9129-2FE01EC36B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 bwMode="auto">
          <a:xfrm>
            <a:off x="658813" y="441325"/>
            <a:ext cx="1823621" cy="471829"/>
          </a:xfrm>
          <a:prstGeom prst="rect">
            <a:avLst/>
          </a:prstGeom>
        </p:spPr>
      </p:pic>
      <p:sp>
        <p:nvSpPr>
          <p:cNvPr id="4" name="Полилиния: фигура 3">
            <a:extLst>
              <a:ext uri="{FF2B5EF4-FFF2-40B4-BE49-F238E27FC236}">
                <a16:creationId xmlns:a16="http://schemas.microsoft.com/office/drawing/2014/main" id="{FB70E422-866A-22D7-6DFF-262B05A0AD7D}"/>
              </a:ext>
            </a:extLst>
          </p:cNvPr>
          <p:cNvSpPr/>
          <p:nvPr/>
        </p:nvSpPr>
        <p:spPr bwMode="auto">
          <a:xfrm>
            <a:off x="-6324" y="1773453"/>
            <a:ext cx="12200365" cy="5102260"/>
          </a:xfrm>
          <a:custGeom>
            <a:avLst/>
            <a:gdLst>
              <a:gd name="connsiteX0" fmla="*/ 0 w 13506450"/>
              <a:gd name="connsiteY0" fmla="*/ 5143500 h 9220200"/>
              <a:gd name="connsiteX1" fmla="*/ 5924550 w 13506450"/>
              <a:gd name="connsiteY1" fmla="*/ 2438400 h 9220200"/>
              <a:gd name="connsiteX2" fmla="*/ 6134100 w 13506450"/>
              <a:gd name="connsiteY2" fmla="*/ 3733800 h 9220200"/>
              <a:gd name="connsiteX3" fmla="*/ 13506450 w 13506450"/>
              <a:gd name="connsiteY3" fmla="*/ 0 h 9220200"/>
              <a:gd name="connsiteX4" fmla="*/ 4610100 w 13506450"/>
              <a:gd name="connsiteY4" fmla="*/ 9220200 h 9220200"/>
              <a:gd name="connsiteX5" fmla="*/ 4419600 w 13506450"/>
              <a:gd name="connsiteY5" fmla="*/ 5829300 h 9220200"/>
              <a:gd name="connsiteX6" fmla="*/ 2990850 w 13506450"/>
              <a:gd name="connsiteY6" fmla="*/ 6877050 h 9220200"/>
              <a:gd name="connsiteX7" fmla="*/ 114300 w 13506450"/>
              <a:gd name="connsiteY7" fmla="*/ 6877050 h 9220200"/>
              <a:gd name="connsiteX8" fmla="*/ 0 w 13506450"/>
              <a:gd name="connsiteY8" fmla="*/ 5143500 h 9220200"/>
              <a:gd name="connsiteX0" fmla="*/ 0 w 13506450"/>
              <a:gd name="connsiteY0" fmla="*/ 5143500 h 9220200"/>
              <a:gd name="connsiteX1" fmla="*/ 5924550 w 13506450"/>
              <a:gd name="connsiteY1" fmla="*/ 2438400 h 9220200"/>
              <a:gd name="connsiteX2" fmla="*/ 6134100 w 13506450"/>
              <a:gd name="connsiteY2" fmla="*/ 3733800 h 9220200"/>
              <a:gd name="connsiteX3" fmla="*/ 13506450 w 13506450"/>
              <a:gd name="connsiteY3" fmla="*/ 0 h 9220200"/>
              <a:gd name="connsiteX4" fmla="*/ 4610100 w 13506450"/>
              <a:gd name="connsiteY4" fmla="*/ 9220200 h 9220200"/>
              <a:gd name="connsiteX5" fmla="*/ 4419600 w 13506450"/>
              <a:gd name="connsiteY5" fmla="*/ 5829300 h 9220200"/>
              <a:gd name="connsiteX6" fmla="*/ 2990850 w 13506450"/>
              <a:gd name="connsiteY6" fmla="*/ 6877050 h 9220200"/>
              <a:gd name="connsiteX7" fmla="*/ 1284 w 13506450"/>
              <a:gd name="connsiteY7" fmla="*/ 6835953 h 9220200"/>
              <a:gd name="connsiteX8" fmla="*/ 0 w 13506450"/>
              <a:gd name="connsiteY8" fmla="*/ 5143500 h 9220200"/>
              <a:gd name="connsiteX0" fmla="*/ 0 w 13506450"/>
              <a:gd name="connsiteY0" fmla="*/ 5143500 h 9220200"/>
              <a:gd name="connsiteX1" fmla="*/ 5924550 w 13506450"/>
              <a:gd name="connsiteY1" fmla="*/ 2438400 h 9220200"/>
              <a:gd name="connsiteX2" fmla="*/ 6134100 w 13506450"/>
              <a:gd name="connsiteY2" fmla="*/ 3733800 h 9220200"/>
              <a:gd name="connsiteX3" fmla="*/ 13506450 w 13506450"/>
              <a:gd name="connsiteY3" fmla="*/ 0 h 9220200"/>
              <a:gd name="connsiteX4" fmla="*/ 4610100 w 13506450"/>
              <a:gd name="connsiteY4" fmla="*/ 9220200 h 9220200"/>
              <a:gd name="connsiteX5" fmla="*/ 5344274 w 13506450"/>
              <a:gd name="connsiteY5" fmla="*/ 5007368 h 9220200"/>
              <a:gd name="connsiteX6" fmla="*/ 2990850 w 13506450"/>
              <a:gd name="connsiteY6" fmla="*/ 6877050 h 9220200"/>
              <a:gd name="connsiteX7" fmla="*/ 1284 w 13506450"/>
              <a:gd name="connsiteY7" fmla="*/ 6835953 h 9220200"/>
              <a:gd name="connsiteX8" fmla="*/ 0 w 13506450"/>
              <a:gd name="connsiteY8" fmla="*/ 5143500 h 9220200"/>
              <a:gd name="connsiteX0" fmla="*/ 0 w 13506450"/>
              <a:gd name="connsiteY0" fmla="*/ 5143500 h 9220200"/>
              <a:gd name="connsiteX1" fmla="*/ 5924550 w 13506450"/>
              <a:gd name="connsiteY1" fmla="*/ 2438400 h 9220200"/>
              <a:gd name="connsiteX2" fmla="*/ 6134100 w 13506450"/>
              <a:gd name="connsiteY2" fmla="*/ 3733800 h 9220200"/>
              <a:gd name="connsiteX3" fmla="*/ 13506450 w 13506450"/>
              <a:gd name="connsiteY3" fmla="*/ 0 h 9220200"/>
              <a:gd name="connsiteX4" fmla="*/ 4610100 w 13506450"/>
              <a:gd name="connsiteY4" fmla="*/ 9220200 h 9220200"/>
              <a:gd name="connsiteX5" fmla="*/ 5344274 w 13506450"/>
              <a:gd name="connsiteY5" fmla="*/ 5007368 h 9220200"/>
              <a:gd name="connsiteX6" fmla="*/ 3812783 w 13506450"/>
              <a:gd name="connsiteY6" fmla="*/ 6383890 h 9220200"/>
              <a:gd name="connsiteX7" fmla="*/ 1284 w 13506450"/>
              <a:gd name="connsiteY7" fmla="*/ 6835953 h 9220200"/>
              <a:gd name="connsiteX8" fmla="*/ 0 w 13506450"/>
              <a:gd name="connsiteY8" fmla="*/ 5143500 h 9220200"/>
              <a:gd name="connsiteX0" fmla="*/ 0 w 13506450"/>
              <a:gd name="connsiteY0" fmla="*/ 5143500 h 9220200"/>
              <a:gd name="connsiteX1" fmla="*/ 5924550 w 13506450"/>
              <a:gd name="connsiteY1" fmla="*/ 2438400 h 9220200"/>
              <a:gd name="connsiteX2" fmla="*/ 6134100 w 13506450"/>
              <a:gd name="connsiteY2" fmla="*/ 3733800 h 9220200"/>
              <a:gd name="connsiteX3" fmla="*/ 13506450 w 13506450"/>
              <a:gd name="connsiteY3" fmla="*/ 0 h 9220200"/>
              <a:gd name="connsiteX4" fmla="*/ 4610100 w 13506450"/>
              <a:gd name="connsiteY4" fmla="*/ 9220200 h 9220200"/>
              <a:gd name="connsiteX5" fmla="*/ 5611402 w 13506450"/>
              <a:gd name="connsiteY5" fmla="*/ 5058738 h 9220200"/>
              <a:gd name="connsiteX6" fmla="*/ 3812783 w 13506450"/>
              <a:gd name="connsiteY6" fmla="*/ 6383890 h 9220200"/>
              <a:gd name="connsiteX7" fmla="*/ 1284 w 13506450"/>
              <a:gd name="connsiteY7" fmla="*/ 6835953 h 9220200"/>
              <a:gd name="connsiteX8" fmla="*/ 0 w 13506450"/>
              <a:gd name="connsiteY8" fmla="*/ 5143500 h 9220200"/>
              <a:gd name="connsiteX0" fmla="*/ 0 w 13506450"/>
              <a:gd name="connsiteY0" fmla="*/ 5143500 h 9220200"/>
              <a:gd name="connsiteX1" fmla="*/ 5924550 w 13506450"/>
              <a:gd name="connsiteY1" fmla="*/ 2438400 h 9220200"/>
              <a:gd name="connsiteX2" fmla="*/ 7253983 w 13506450"/>
              <a:gd name="connsiteY2" fmla="*/ 3158447 h 9220200"/>
              <a:gd name="connsiteX3" fmla="*/ 13506450 w 13506450"/>
              <a:gd name="connsiteY3" fmla="*/ 0 h 9220200"/>
              <a:gd name="connsiteX4" fmla="*/ 4610100 w 13506450"/>
              <a:gd name="connsiteY4" fmla="*/ 9220200 h 9220200"/>
              <a:gd name="connsiteX5" fmla="*/ 5611402 w 13506450"/>
              <a:gd name="connsiteY5" fmla="*/ 5058738 h 9220200"/>
              <a:gd name="connsiteX6" fmla="*/ 3812783 w 13506450"/>
              <a:gd name="connsiteY6" fmla="*/ 6383890 h 9220200"/>
              <a:gd name="connsiteX7" fmla="*/ 1284 w 13506450"/>
              <a:gd name="connsiteY7" fmla="*/ 6835953 h 9220200"/>
              <a:gd name="connsiteX8" fmla="*/ 0 w 13506450"/>
              <a:gd name="connsiteY8" fmla="*/ 5143500 h 9220200"/>
              <a:gd name="connsiteX0" fmla="*/ 0 w 13506450"/>
              <a:gd name="connsiteY0" fmla="*/ 5143500 h 9220200"/>
              <a:gd name="connsiteX1" fmla="*/ 6808128 w 13506450"/>
              <a:gd name="connsiteY1" fmla="*/ 2017160 h 9220200"/>
              <a:gd name="connsiteX2" fmla="*/ 7253983 w 13506450"/>
              <a:gd name="connsiteY2" fmla="*/ 3158447 h 9220200"/>
              <a:gd name="connsiteX3" fmla="*/ 13506450 w 13506450"/>
              <a:gd name="connsiteY3" fmla="*/ 0 h 9220200"/>
              <a:gd name="connsiteX4" fmla="*/ 4610100 w 13506450"/>
              <a:gd name="connsiteY4" fmla="*/ 9220200 h 9220200"/>
              <a:gd name="connsiteX5" fmla="*/ 5611402 w 13506450"/>
              <a:gd name="connsiteY5" fmla="*/ 5058738 h 9220200"/>
              <a:gd name="connsiteX6" fmla="*/ 3812783 w 13506450"/>
              <a:gd name="connsiteY6" fmla="*/ 6383890 h 9220200"/>
              <a:gd name="connsiteX7" fmla="*/ 1284 w 13506450"/>
              <a:gd name="connsiteY7" fmla="*/ 6835953 h 9220200"/>
              <a:gd name="connsiteX8" fmla="*/ 0 w 13506450"/>
              <a:gd name="connsiteY8" fmla="*/ 5143500 h 9220200"/>
              <a:gd name="connsiteX0" fmla="*/ 0 w 13506450"/>
              <a:gd name="connsiteY0" fmla="*/ 5143500 h 7216739"/>
              <a:gd name="connsiteX1" fmla="*/ 6808128 w 13506450"/>
              <a:gd name="connsiteY1" fmla="*/ 2017160 h 7216739"/>
              <a:gd name="connsiteX2" fmla="*/ 7253983 w 13506450"/>
              <a:gd name="connsiteY2" fmla="*/ 3158447 h 7216739"/>
              <a:gd name="connsiteX3" fmla="*/ 13506450 w 13506450"/>
              <a:gd name="connsiteY3" fmla="*/ 0 h 7216739"/>
              <a:gd name="connsiteX4" fmla="*/ 6551915 w 13506450"/>
              <a:gd name="connsiteY4" fmla="*/ 7216739 h 7216739"/>
              <a:gd name="connsiteX5" fmla="*/ 5611402 w 13506450"/>
              <a:gd name="connsiteY5" fmla="*/ 5058738 h 7216739"/>
              <a:gd name="connsiteX6" fmla="*/ 3812783 w 13506450"/>
              <a:gd name="connsiteY6" fmla="*/ 6383890 h 7216739"/>
              <a:gd name="connsiteX7" fmla="*/ 1284 w 13506450"/>
              <a:gd name="connsiteY7" fmla="*/ 6835953 h 7216739"/>
              <a:gd name="connsiteX8" fmla="*/ 0 w 13506450"/>
              <a:gd name="connsiteY8" fmla="*/ 5143500 h 7216739"/>
              <a:gd name="connsiteX0" fmla="*/ 0 w 13506450"/>
              <a:gd name="connsiteY0" fmla="*/ 5143500 h 7216739"/>
              <a:gd name="connsiteX1" fmla="*/ 6725934 w 13506450"/>
              <a:gd name="connsiteY1" fmla="*/ 2058256 h 7216739"/>
              <a:gd name="connsiteX2" fmla="*/ 7253983 w 13506450"/>
              <a:gd name="connsiteY2" fmla="*/ 3158447 h 7216739"/>
              <a:gd name="connsiteX3" fmla="*/ 13506450 w 13506450"/>
              <a:gd name="connsiteY3" fmla="*/ 0 h 7216739"/>
              <a:gd name="connsiteX4" fmla="*/ 6551915 w 13506450"/>
              <a:gd name="connsiteY4" fmla="*/ 7216739 h 7216739"/>
              <a:gd name="connsiteX5" fmla="*/ 5611402 w 13506450"/>
              <a:gd name="connsiteY5" fmla="*/ 5058738 h 7216739"/>
              <a:gd name="connsiteX6" fmla="*/ 3812783 w 13506450"/>
              <a:gd name="connsiteY6" fmla="*/ 6383890 h 7216739"/>
              <a:gd name="connsiteX7" fmla="*/ 1284 w 13506450"/>
              <a:gd name="connsiteY7" fmla="*/ 6835953 h 7216739"/>
              <a:gd name="connsiteX8" fmla="*/ 0 w 13506450"/>
              <a:gd name="connsiteY8" fmla="*/ 5143500 h 7216739"/>
              <a:gd name="connsiteX0" fmla="*/ 0 w 13506450"/>
              <a:gd name="connsiteY0" fmla="*/ 5143500 h 7216739"/>
              <a:gd name="connsiteX1" fmla="*/ 6962239 w 13506450"/>
              <a:gd name="connsiteY1" fmla="*/ 1945240 h 7216739"/>
              <a:gd name="connsiteX2" fmla="*/ 7253983 w 13506450"/>
              <a:gd name="connsiteY2" fmla="*/ 3158447 h 7216739"/>
              <a:gd name="connsiteX3" fmla="*/ 13506450 w 13506450"/>
              <a:gd name="connsiteY3" fmla="*/ 0 h 7216739"/>
              <a:gd name="connsiteX4" fmla="*/ 6551915 w 13506450"/>
              <a:gd name="connsiteY4" fmla="*/ 7216739 h 7216739"/>
              <a:gd name="connsiteX5" fmla="*/ 5611402 w 13506450"/>
              <a:gd name="connsiteY5" fmla="*/ 5058738 h 7216739"/>
              <a:gd name="connsiteX6" fmla="*/ 3812783 w 13506450"/>
              <a:gd name="connsiteY6" fmla="*/ 6383890 h 7216739"/>
              <a:gd name="connsiteX7" fmla="*/ 1284 w 13506450"/>
              <a:gd name="connsiteY7" fmla="*/ 6835953 h 7216739"/>
              <a:gd name="connsiteX8" fmla="*/ 0 w 13506450"/>
              <a:gd name="connsiteY8" fmla="*/ 5143500 h 7216739"/>
              <a:gd name="connsiteX0" fmla="*/ 0 w 13506450"/>
              <a:gd name="connsiteY0" fmla="*/ 5143500 h 7216739"/>
              <a:gd name="connsiteX1" fmla="*/ 6962239 w 13506450"/>
              <a:gd name="connsiteY1" fmla="*/ 1945240 h 7216739"/>
              <a:gd name="connsiteX2" fmla="*/ 7253983 w 13506450"/>
              <a:gd name="connsiteY2" fmla="*/ 3158447 h 7216739"/>
              <a:gd name="connsiteX3" fmla="*/ 13506450 w 13506450"/>
              <a:gd name="connsiteY3" fmla="*/ 0 h 7216739"/>
              <a:gd name="connsiteX4" fmla="*/ 6551915 w 13506450"/>
              <a:gd name="connsiteY4" fmla="*/ 7216739 h 7216739"/>
              <a:gd name="connsiteX5" fmla="*/ 5611402 w 13506450"/>
              <a:gd name="connsiteY5" fmla="*/ 5058738 h 7216739"/>
              <a:gd name="connsiteX6" fmla="*/ 4408684 w 13506450"/>
              <a:gd name="connsiteY6" fmla="*/ 5931827 h 7216739"/>
              <a:gd name="connsiteX7" fmla="*/ 1284 w 13506450"/>
              <a:gd name="connsiteY7" fmla="*/ 6835953 h 7216739"/>
              <a:gd name="connsiteX8" fmla="*/ 0 w 13506450"/>
              <a:gd name="connsiteY8" fmla="*/ 5143500 h 7216739"/>
              <a:gd name="connsiteX0" fmla="*/ 0 w 13506450"/>
              <a:gd name="connsiteY0" fmla="*/ 5143500 h 7216739"/>
              <a:gd name="connsiteX1" fmla="*/ 6962239 w 13506450"/>
              <a:gd name="connsiteY1" fmla="*/ 1945240 h 7216739"/>
              <a:gd name="connsiteX2" fmla="*/ 7253983 w 13506450"/>
              <a:gd name="connsiteY2" fmla="*/ 3158447 h 7216739"/>
              <a:gd name="connsiteX3" fmla="*/ 13506450 w 13506450"/>
              <a:gd name="connsiteY3" fmla="*/ 0 h 7216739"/>
              <a:gd name="connsiteX4" fmla="*/ 6551915 w 13506450"/>
              <a:gd name="connsiteY4" fmla="*/ 7216739 h 7216739"/>
              <a:gd name="connsiteX5" fmla="*/ 5611402 w 13506450"/>
              <a:gd name="connsiteY5" fmla="*/ 5058738 h 7216739"/>
              <a:gd name="connsiteX6" fmla="*/ 4408684 w 13506450"/>
              <a:gd name="connsiteY6" fmla="*/ 5931827 h 7216739"/>
              <a:gd name="connsiteX7" fmla="*/ 206768 w 13506450"/>
              <a:gd name="connsiteY7" fmla="*/ 5716069 h 7216739"/>
              <a:gd name="connsiteX8" fmla="*/ 0 w 13506450"/>
              <a:gd name="connsiteY8" fmla="*/ 5143500 h 7216739"/>
              <a:gd name="connsiteX0" fmla="*/ 0 w 13506450"/>
              <a:gd name="connsiteY0" fmla="*/ 5143500 h 7216739"/>
              <a:gd name="connsiteX1" fmla="*/ 6962239 w 13506450"/>
              <a:gd name="connsiteY1" fmla="*/ 1945240 h 7216739"/>
              <a:gd name="connsiteX2" fmla="*/ 7253983 w 13506450"/>
              <a:gd name="connsiteY2" fmla="*/ 3158447 h 7216739"/>
              <a:gd name="connsiteX3" fmla="*/ 13506450 w 13506450"/>
              <a:gd name="connsiteY3" fmla="*/ 0 h 7216739"/>
              <a:gd name="connsiteX4" fmla="*/ 6551915 w 13506450"/>
              <a:gd name="connsiteY4" fmla="*/ 7216739 h 7216739"/>
              <a:gd name="connsiteX5" fmla="*/ 5611402 w 13506450"/>
              <a:gd name="connsiteY5" fmla="*/ 5058738 h 7216739"/>
              <a:gd name="connsiteX6" fmla="*/ 4408684 w 13506450"/>
              <a:gd name="connsiteY6" fmla="*/ 5931827 h 7216739"/>
              <a:gd name="connsiteX7" fmla="*/ 42381 w 13506450"/>
              <a:gd name="connsiteY7" fmla="*/ 5952375 h 7216739"/>
              <a:gd name="connsiteX8" fmla="*/ 0 w 13506450"/>
              <a:gd name="connsiteY8" fmla="*/ 5143500 h 7216739"/>
              <a:gd name="connsiteX0" fmla="*/ 0 w 13506450"/>
              <a:gd name="connsiteY0" fmla="*/ 5143500 h 7216739"/>
              <a:gd name="connsiteX1" fmla="*/ 6962239 w 13506450"/>
              <a:gd name="connsiteY1" fmla="*/ 1945240 h 7216739"/>
              <a:gd name="connsiteX2" fmla="*/ 7253983 w 13506450"/>
              <a:gd name="connsiteY2" fmla="*/ 3158447 h 7216739"/>
              <a:gd name="connsiteX3" fmla="*/ 13506450 w 13506450"/>
              <a:gd name="connsiteY3" fmla="*/ 0 h 7216739"/>
              <a:gd name="connsiteX4" fmla="*/ 6551915 w 13506450"/>
              <a:gd name="connsiteY4" fmla="*/ 7216739 h 7216739"/>
              <a:gd name="connsiteX5" fmla="*/ 5611402 w 13506450"/>
              <a:gd name="connsiteY5" fmla="*/ 5058738 h 7216739"/>
              <a:gd name="connsiteX6" fmla="*/ 4408684 w 13506450"/>
              <a:gd name="connsiteY6" fmla="*/ 5931827 h 7216739"/>
              <a:gd name="connsiteX7" fmla="*/ 11559 w 13506450"/>
              <a:gd name="connsiteY7" fmla="*/ 5983198 h 7216739"/>
              <a:gd name="connsiteX8" fmla="*/ 0 w 13506450"/>
              <a:gd name="connsiteY8" fmla="*/ 5143500 h 7216739"/>
              <a:gd name="connsiteX0" fmla="*/ 0 w 13506450"/>
              <a:gd name="connsiteY0" fmla="*/ 5143500 h 7216739"/>
              <a:gd name="connsiteX1" fmla="*/ 6962239 w 13506450"/>
              <a:gd name="connsiteY1" fmla="*/ 1945240 h 7216739"/>
              <a:gd name="connsiteX2" fmla="*/ 7253983 w 13506450"/>
              <a:gd name="connsiteY2" fmla="*/ 3158447 h 7216739"/>
              <a:gd name="connsiteX3" fmla="*/ 13506450 w 13506450"/>
              <a:gd name="connsiteY3" fmla="*/ 0 h 7216739"/>
              <a:gd name="connsiteX4" fmla="*/ 6551915 w 13506450"/>
              <a:gd name="connsiteY4" fmla="*/ 7216739 h 7216739"/>
              <a:gd name="connsiteX5" fmla="*/ 5611402 w 13506450"/>
              <a:gd name="connsiteY5" fmla="*/ 5058738 h 7216739"/>
              <a:gd name="connsiteX6" fmla="*/ 4316217 w 13506450"/>
              <a:gd name="connsiteY6" fmla="*/ 5983198 h 7216739"/>
              <a:gd name="connsiteX7" fmla="*/ 11559 w 13506450"/>
              <a:gd name="connsiteY7" fmla="*/ 5983198 h 7216739"/>
              <a:gd name="connsiteX8" fmla="*/ 0 w 13506450"/>
              <a:gd name="connsiteY8" fmla="*/ 5143500 h 7216739"/>
              <a:gd name="connsiteX0" fmla="*/ 19263 w 13494891"/>
              <a:gd name="connsiteY0" fmla="*/ 4825001 h 7216739"/>
              <a:gd name="connsiteX1" fmla="*/ 6950680 w 13494891"/>
              <a:gd name="connsiteY1" fmla="*/ 1945240 h 7216739"/>
              <a:gd name="connsiteX2" fmla="*/ 7242424 w 13494891"/>
              <a:gd name="connsiteY2" fmla="*/ 3158447 h 7216739"/>
              <a:gd name="connsiteX3" fmla="*/ 13494891 w 13494891"/>
              <a:gd name="connsiteY3" fmla="*/ 0 h 7216739"/>
              <a:gd name="connsiteX4" fmla="*/ 6540356 w 13494891"/>
              <a:gd name="connsiteY4" fmla="*/ 7216739 h 7216739"/>
              <a:gd name="connsiteX5" fmla="*/ 5599843 w 13494891"/>
              <a:gd name="connsiteY5" fmla="*/ 5058738 h 7216739"/>
              <a:gd name="connsiteX6" fmla="*/ 4304658 w 13494891"/>
              <a:gd name="connsiteY6" fmla="*/ 5983198 h 7216739"/>
              <a:gd name="connsiteX7" fmla="*/ 0 w 13494891"/>
              <a:gd name="connsiteY7" fmla="*/ 5983198 h 7216739"/>
              <a:gd name="connsiteX8" fmla="*/ 19263 w 13494891"/>
              <a:gd name="connsiteY8" fmla="*/ 4825001 h 7216739"/>
              <a:gd name="connsiteX0" fmla="*/ 8989 w 13494891"/>
              <a:gd name="connsiteY0" fmla="*/ 4825001 h 7216739"/>
              <a:gd name="connsiteX1" fmla="*/ 6950680 w 13494891"/>
              <a:gd name="connsiteY1" fmla="*/ 1945240 h 7216739"/>
              <a:gd name="connsiteX2" fmla="*/ 7242424 w 13494891"/>
              <a:gd name="connsiteY2" fmla="*/ 3158447 h 7216739"/>
              <a:gd name="connsiteX3" fmla="*/ 13494891 w 13494891"/>
              <a:gd name="connsiteY3" fmla="*/ 0 h 7216739"/>
              <a:gd name="connsiteX4" fmla="*/ 6540356 w 13494891"/>
              <a:gd name="connsiteY4" fmla="*/ 7216739 h 7216739"/>
              <a:gd name="connsiteX5" fmla="*/ 5599843 w 13494891"/>
              <a:gd name="connsiteY5" fmla="*/ 5058738 h 7216739"/>
              <a:gd name="connsiteX6" fmla="*/ 4304658 w 13494891"/>
              <a:gd name="connsiteY6" fmla="*/ 5983198 h 7216739"/>
              <a:gd name="connsiteX7" fmla="*/ 0 w 13494891"/>
              <a:gd name="connsiteY7" fmla="*/ 5983198 h 7216739"/>
              <a:gd name="connsiteX8" fmla="*/ 8989 w 13494891"/>
              <a:gd name="connsiteY8" fmla="*/ 4825001 h 7216739"/>
              <a:gd name="connsiteX0" fmla="*/ 8989 w 13494891"/>
              <a:gd name="connsiteY0" fmla="*/ 4825001 h 7216739"/>
              <a:gd name="connsiteX1" fmla="*/ 6950680 w 13494891"/>
              <a:gd name="connsiteY1" fmla="*/ 1945240 h 7216739"/>
              <a:gd name="connsiteX2" fmla="*/ 7242424 w 13494891"/>
              <a:gd name="connsiteY2" fmla="*/ 3158447 h 7216739"/>
              <a:gd name="connsiteX3" fmla="*/ 13494891 w 13494891"/>
              <a:gd name="connsiteY3" fmla="*/ 0 h 7216739"/>
              <a:gd name="connsiteX4" fmla="*/ 7984475 w 13494891"/>
              <a:gd name="connsiteY4" fmla="*/ 5700759 h 7216739"/>
              <a:gd name="connsiteX5" fmla="*/ 6540356 w 13494891"/>
              <a:gd name="connsiteY5" fmla="*/ 7216739 h 7216739"/>
              <a:gd name="connsiteX6" fmla="*/ 5599843 w 13494891"/>
              <a:gd name="connsiteY6" fmla="*/ 5058738 h 7216739"/>
              <a:gd name="connsiteX7" fmla="*/ 4304658 w 13494891"/>
              <a:gd name="connsiteY7" fmla="*/ 5983198 h 7216739"/>
              <a:gd name="connsiteX8" fmla="*/ 0 w 13494891"/>
              <a:gd name="connsiteY8" fmla="*/ 5983198 h 7216739"/>
              <a:gd name="connsiteX9" fmla="*/ 8989 w 13494891"/>
              <a:gd name="connsiteY9" fmla="*/ 4825001 h 7216739"/>
              <a:gd name="connsiteX0" fmla="*/ 8989 w 13494891"/>
              <a:gd name="connsiteY0" fmla="*/ 4825001 h 7216739"/>
              <a:gd name="connsiteX1" fmla="*/ 6950680 w 13494891"/>
              <a:gd name="connsiteY1" fmla="*/ 1945240 h 7216739"/>
              <a:gd name="connsiteX2" fmla="*/ 7242424 w 13494891"/>
              <a:gd name="connsiteY2" fmla="*/ 3158447 h 7216739"/>
              <a:gd name="connsiteX3" fmla="*/ 13494891 w 13494891"/>
              <a:gd name="connsiteY3" fmla="*/ 0 h 7216739"/>
              <a:gd name="connsiteX4" fmla="*/ 7941779 w 13494891"/>
              <a:gd name="connsiteY4" fmla="*/ 5747013 h 7216739"/>
              <a:gd name="connsiteX5" fmla="*/ 6540356 w 13494891"/>
              <a:gd name="connsiteY5" fmla="*/ 7216739 h 7216739"/>
              <a:gd name="connsiteX6" fmla="*/ 5599843 w 13494891"/>
              <a:gd name="connsiteY6" fmla="*/ 5058738 h 7216739"/>
              <a:gd name="connsiteX7" fmla="*/ 4304658 w 13494891"/>
              <a:gd name="connsiteY7" fmla="*/ 5983198 h 7216739"/>
              <a:gd name="connsiteX8" fmla="*/ 0 w 13494891"/>
              <a:gd name="connsiteY8" fmla="*/ 5983198 h 7216739"/>
              <a:gd name="connsiteX9" fmla="*/ 8989 w 13494891"/>
              <a:gd name="connsiteY9" fmla="*/ 4825001 h 7216739"/>
              <a:gd name="connsiteX0" fmla="*/ 8989 w 13494891"/>
              <a:gd name="connsiteY0" fmla="*/ 4825001 h 5983198"/>
              <a:gd name="connsiteX1" fmla="*/ 6950680 w 13494891"/>
              <a:gd name="connsiteY1" fmla="*/ 1945240 h 5983198"/>
              <a:gd name="connsiteX2" fmla="*/ 7242424 w 13494891"/>
              <a:gd name="connsiteY2" fmla="*/ 3158447 h 5983198"/>
              <a:gd name="connsiteX3" fmla="*/ 13494891 w 13494891"/>
              <a:gd name="connsiteY3" fmla="*/ 0 h 5983198"/>
              <a:gd name="connsiteX4" fmla="*/ 7941779 w 13494891"/>
              <a:gd name="connsiteY4" fmla="*/ 5747013 h 5983198"/>
              <a:gd name="connsiteX5" fmla="*/ 5896362 w 13494891"/>
              <a:gd name="connsiteY5" fmla="*/ 5740179 h 5983198"/>
              <a:gd name="connsiteX6" fmla="*/ 5599843 w 13494891"/>
              <a:gd name="connsiteY6" fmla="*/ 5058738 h 5983198"/>
              <a:gd name="connsiteX7" fmla="*/ 4304658 w 13494891"/>
              <a:gd name="connsiteY7" fmla="*/ 5983198 h 5983198"/>
              <a:gd name="connsiteX8" fmla="*/ 0 w 13494891"/>
              <a:gd name="connsiteY8" fmla="*/ 5983198 h 5983198"/>
              <a:gd name="connsiteX9" fmla="*/ 8989 w 13494891"/>
              <a:gd name="connsiteY9" fmla="*/ 4825001 h 5983198"/>
              <a:gd name="connsiteX0" fmla="*/ 8989 w 13494891"/>
              <a:gd name="connsiteY0" fmla="*/ 4825001 h 5983198"/>
              <a:gd name="connsiteX1" fmla="*/ 6950680 w 13494891"/>
              <a:gd name="connsiteY1" fmla="*/ 1945240 h 5983198"/>
              <a:gd name="connsiteX2" fmla="*/ 7242424 w 13494891"/>
              <a:gd name="connsiteY2" fmla="*/ 3158447 h 5983198"/>
              <a:gd name="connsiteX3" fmla="*/ 13494891 w 13494891"/>
              <a:gd name="connsiteY3" fmla="*/ 0 h 5983198"/>
              <a:gd name="connsiteX4" fmla="*/ 7941779 w 13494891"/>
              <a:gd name="connsiteY4" fmla="*/ 5747013 h 5983198"/>
              <a:gd name="connsiteX5" fmla="*/ 5896362 w 13494891"/>
              <a:gd name="connsiteY5" fmla="*/ 5740179 h 5983198"/>
              <a:gd name="connsiteX6" fmla="*/ 5599843 w 13494891"/>
              <a:gd name="connsiteY6" fmla="*/ 5058738 h 5983198"/>
              <a:gd name="connsiteX7" fmla="*/ 4639108 w 13494891"/>
              <a:gd name="connsiteY7" fmla="*/ 5748372 h 5983198"/>
              <a:gd name="connsiteX8" fmla="*/ 0 w 13494891"/>
              <a:gd name="connsiteY8" fmla="*/ 5983198 h 5983198"/>
              <a:gd name="connsiteX9" fmla="*/ 8989 w 13494891"/>
              <a:gd name="connsiteY9" fmla="*/ 4825001 h 5983198"/>
              <a:gd name="connsiteX0" fmla="*/ 8989 w 13494891"/>
              <a:gd name="connsiteY0" fmla="*/ 4825001 h 5983198"/>
              <a:gd name="connsiteX1" fmla="*/ 6950680 w 13494891"/>
              <a:gd name="connsiteY1" fmla="*/ 1945240 h 5983198"/>
              <a:gd name="connsiteX2" fmla="*/ 7242424 w 13494891"/>
              <a:gd name="connsiteY2" fmla="*/ 3158447 h 5983198"/>
              <a:gd name="connsiteX3" fmla="*/ 13494891 w 13494891"/>
              <a:gd name="connsiteY3" fmla="*/ 0 h 5983198"/>
              <a:gd name="connsiteX4" fmla="*/ 7941779 w 13494891"/>
              <a:gd name="connsiteY4" fmla="*/ 5747013 h 5983198"/>
              <a:gd name="connsiteX5" fmla="*/ 5907036 w 13494891"/>
              <a:gd name="connsiteY5" fmla="*/ 5747295 h 5983198"/>
              <a:gd name="connsiteX6" fmla="*/ 5599843 w 13494891"/>
              <a:gd name="connsiteY6" fmla="*/ 5058738 h 5983198"/>
              <a:gd name="connsiteX7" fmla="*/ 4639108 w 13494891"/>
              <a:gd name="connsiteY7" fmla="*/ 5748372 h 5983198"/>
              <a:gd name="connsiteX8" fmla="*/ 0 w 13494891"/>
              <a:gd name="connsiteY8" fmla="*/ 5983198 h 5983198"/>
              <a:gd name="connsiteX9" fmla="*/ 8989 w 13494891"/>
              <a:gd name="connsiteY9" fmla="*/ 4825001 h 5983198"/>
              <a:gd name="connsiteX0" fmla="*/ 708 w 13486610"/>
              <a:gd name="connsiteY0" fmla="*/ 4825001 h 5805300"/>
              <a:gd name="connsiteX1" fmla="*/ 6942399 w 13486610"/>
              <a:gd name="connsiteY1" fmla="*/ 1945240 h 5805300"/>
              <a:gd name="connsiteX2" fmla="*/ 7234143 w 13486610"/>
              <a:gd name="connsiteY2" fmla="*/ 3158447 h 5805300"/>
              <a:gd name="connsiteX3" fmla="*/ 13486610 w 13486610"/>
              <a:gd name="connsiteY3" fmla="*/ 0 h 5805300"/>
              <a:gd name="connsiteX4" fmla="*/ 7933498 w 13486610"/>
              <a:gd name="connsiteY4" fmla="*/ 5747013 h 5805300"/>
              <a:gd name="connsiteX5" fmla="*/ 5898755 w 13486610"/>
              <a:gd name="connsiteY5" fmla="*/ 5747295 h 5805300"/>
              <a:gd name="connsiteX6" fmla="*/ 5591562 w 13486610"/>
              <a:gd name="connsiteY6" fmla="*/ 5058738 h 5805300"/>
              <a:gd name="connsiteX7" fmla="*/ 4630827 w 13486610"/>
              <a:gd name="connsiteY7" fmla="*/ 5748372 h 5805300"/>
              <a:gd name="connsiteX8" fmla="*/ 2393 w 13486610"/>
              <a:gd name="connsiteY8" fmla="*/ 5805300 h 5805300"/>
              <a:gd name="connsiteX9" fmla="*/ 708 w 13486610"/>
              <a:gd name="connsiteY9" fmla="*/ 4825001 h 5805300"/>
              <a:gd name="connsiteX0" fmla="*/ 129 w 13486031"/>
              <a:gd name="connsiteY0" fmla="*/ 4825001 h 5748372"/>
              <a:gd name="connsiteX1" fmla="*/ 6941820 w 13486031"/>
              <a:gd name="connsiteY1" fmla="*/ 1945240 h 5748372"/>
              <a:gd name="connsiteX2" fmla="*/ 7233564 w 13486031"/>
              <a:gd name="connsiteY2" fmla="*/ 3158447 h 5748372"/>
              <a:gd name="connsiteX3" fmla="*/ 13486031 w 13486031"/>
              <a:gd name="connsiteY3" fmla="*/ 0 h 5748372"/>
              <a:gd name="connsiteX4" fmla="*/ 7932919 w 13486031"/>
              <a:gd name="connsiteY4" fmla="*/ 5747013 h 5748372"/>
              <a:gd name="connsiteX5" fmla="*/ 5898176 w 13486031"/>
              <a:gd name="connsiteY5" fmla="*/ 5747295 h 5748372"/>
              <a:gd name="connsiteX6" fmla="*/ 5590983 w 13486031"/>
              <a:gd name="connsiteY6" fmla="*/ 5058738 h 5748372"/>
              <a:gd name="connsiteX7" fmla="*/ 4630248 w 13486031"/>
              <a:gd name="connsiteY7" fmla="*/ 5748372 h 5748372"/>
              <a:gd name="connsiteX8" fmla="*/ 44510 w 13486031"/>
              <a:gd name="connsiteY8" fmla="*/ 5648749 h 5748372"/>
              <a:gd name="connsiteX9" fmla="*/ 129 w 13486031"/>
              <a:gd name="connsiteY9" fmla="*/ 4825001 h 5748372"/>
              <a:gd name="connsiteX0" fmla="*/ 8989 w 13494891"/>
              <a:gd name="connsiteY0" fmla="*/ 4825001 h 5748372"/>
              <a:gd name="connsiteX1" fmla="*/ 6950680 w 13494891"/>
              <a:gd name="connsiteY1" fmla="*/ 1945240 h 5748372"/>
              <a:gd name="connsiteX2" fmla="*/ 7242424 w 13494891"/>
              <a:gd name="connsiteY2" fmla="*/ 3158447 h 5748372"/>
              <a:gd name="connsiteX3" fmla="*/ 13494891 w 13494891"/>
              <a:gd name="connsiteY3" fmla="*/ 0 h 5748372"/>
              <a:gd name="connsiteX4" fmla="*/ 7941779 w 13494891"/>
              <a:gd name="connsiteY4" fmla="*/ 5747013 h 5748372"/>
              <a:gd name="connsiteX5" fmla="*/ 5907036 w 13494891"/>
              <a:gd name="connsiteY5" fmla="*/ 5747295 h 5748372"/>
              <a:gd name="connsiteX6" fmla="*/ 5599843 w 13494891"/>
              <a:gd name="connsiteY6" fmla="*/ 5058738 h 5748372"/>
              <a:gd name="connsiteX7" fmla="*/ 4639108 w 13494891"/>
              <a:gd name="connsiteY7" fmla="*/ 5748372 h 5748372"/>
              <a:gd name="connsiteX8" fmla="*/ 0 w 13494891"/>
              <a:gd name="connsiteY8" fmla="*/ 5744814 h 5748372"/>
              <a:gd name="connsiteX9" fmla="*/ 8989 w 13494891"/>
              <a:gd name="connsiteY9" fmla="*/ 4825001 h 5748372"/>
              <a:gd name="connsiteX0" fmla="*/ 707 w 13497283"/>
              <a:gd name="connsiteY0" fmla="*/ 4832117 h 5748372"/>
              <a:gd name="connsiteX1" fmla="*/ 6953072 w 13497283"/>
              <a:gd name="connsiteY1" fmla="*/ 1945240 h 5748372"/>
              <a:gd name="connsiteX2" fmla="*/ 7244816 w 13497283"/>
              <a:gd name="connsiteY2" fmla="*/ 3158447 h 5748372"/>
              <a:gd name="connsiteX3" fmla="*/ 13497283 w 13497283"/>
              <a:gd name="connsiteY3" fmla="*/ 0 h 5748372"/>
              <a:gd name="connsiteX4" fmla="*/ 7944171 w 13497283"/>
              <a:gd name="connsiteY4" fmla="*/ 5747013 h 5748372"/>
              <a:gd name="connsiteX5" fmla="*/ 5909428 w 13497283"/>
              <a:gd name="connsiteY5" fmla="*/ 5747295 h 5748372"/>
              <a:gd name="connsiteX6" fmla="*/ 5602235 w 13497283"/>
              <a:gd name="connsiteY6" fmla="*/ 5058738 h 5748372"/>
              <a:gd name="connsiteX7" fmla="*/ 4641500 w 13497283"/>
              <a:gd name="connsiteY7" fmla="*/ 5748372 h 5748372"/>
              <a:gd name="connsiteX8" fmla="*/ 2392 w 13497283"/>
              <a:gd name="connsiteY8" fmla="*/ 5744814 h 5748372"/>
              <a:gd name="connsiteX9" fmla="*/ 707 w 13497283"/>
              <a:gd name="connsiteY9" fmla="*/ 4832117 h 5748372"/>
              <a:gd name="connsiteX0" fmla="*/ 707 w 13497283"/>
              <a:gd name="connsiteY0" fmla="*/ 4832117 h 5748372"/>
              <a:gd name="connsiteX1" fmla="*/ 6953072 w 13497283"/>
              <a:gd name="connsiteY1" fmla="*/ 1945240 h 5748372"/>
              <a:gd name="connsiteX2" fmla="*/ 7244816 w 13497283"/>
              <a:gd name="connsiteY2" fmla="*/ 3158447 h 5748372"/>
              <a:gd name="connsiteX3" fmla="*/ 12257081 w 13497283"/>
              <a:gd name="connsiteY3" fmla="*/ 613324 h 5748372"/>
              <a:gd name="connsiteX4" fmla="*/ 13497283 w 13497283"/>
              <a:gd name="connsiteY4" fmla="*/ 0 h 5748372"/>
              <a:gd name="connsiteX5" fmla="*/ 7944171 w 13497283"/>
              <a:gd name="connsiteY5" fmla="*/ 5747013 h 5748372"/>
              <a:gd name="connsiteX6" fmla="*/ 5909428 w 13497283"/>
              <a:gd name="connsiteY6" fmla="*/ 5747295 h 5748372"/>
              <a:gd name="connsiteX7" fmla="*/ 5602235 w 13497283"/>
              <a:gd name="connsiteY7" fmla="*/ 5058738 h 5748372"/>
              <a:gd name="connsiteX8" fmla="*/ 4641500 w 13497283"/>
              <a:gd name="connsiteY8" fmla="*/ 5748372 h 5748372"/>
              <a:gd name="connsiteX9" fmla="*/ 2392 w 13497283"/>
              <a:gd name="connsiteY9" fmla="*/ 5744814 h 5748372"/>
              <a:gd name="connsiteX10" fmla="*/ 707 w 13497283"/>
              <a:gd name="connsiteY10" fmla="*/ 4832117 h 5748372"/>
              <a:gd name="connsiteX0" fmla="*/ 707 w 13497283"/>
              <a:gd name="connsiteY0" fmla="*/ 4832117 h 5748372"/>
              <a:gd name="connsiteX1" fmla="*/ 6953072 w 13497283"/>
              <a:gd name="connsiteY1" fmla="*/ 1945240 h 5748372"/>
              <a:gd name="connsiteX2" fmla="*/ 7244816 w 13497283"/>
              <a:gd name="connsiteY2" fmla="*/ 3158447 h 5748372"/>
              <a:gd name="connsiteX3" fmla="*/ 12198792 w 13497283"/>
              <a:gd name="connsiteY3" fmla="*/ 646112 h 5748372"/>
              <a:gd name="connsiteX4" fmla="*/ 13497283 w 13497283"/>
              <a:gd name="connsiteY4" fmla="*/ 0 h 5748372"/>
              <a:gd name="connsiteX5" fmla="*/ 7944171 w 13497283"/>
              <a:gd name="connsiteY5" fmla="*/ 5747013 h 5748372"/>
              <a:gd name="connsiteX6" fmla="*/ 5909428 w 13497283"/>
              <a:gd name="connsiteY6" fmla="*/ 5747295 h 5748372"/>
              <a:gd name="connsiteX7" fmla="*/ 5602235 w 13497283"/>
              <a:gd name="connsiteY7" fmla="*/ 5058738 h 5748372"/>
              <a:gd name="connsiteX8" fmla="*/ 4641500 w 13497283"/>
              <a:gd name="connsiteY8" fmla="*/ 5748372 h 5748372"/>
              <a:gd name="connsiteX9" fmla="*/ 2392 w 13497283"/>
              <a:gd name="connsiteY9" fmla="*/ 5744814 h 5748372"/>
              <a:gd name="connsiteX10" fmla="*/ 707 w 13497283"/>
              <a:gd name="connsiteY10" fmla="*/ 4832117 h 5748372"/>
              <a:gd name="connsiteX0" fmla="*/ 707 w 12200365"/>
              <a:gd name="connsiteY0" fmla="*/ 4186005 h 5102260"/>
              <a:gd name="connsiteX1" fmla="*/ 6953072 w 12200365"/>
              <a:gd name="connsiteY1" fmla="*/ 1299128 h 5102260"/>
              <a:gd name="connsiteX2" fmla="*/ 7244816 w 12200365"/>
              <a:gd name="connsiteY2" fmla="*/ 2512335 h 5102260"/>
              <a:gd name="connsiteX3" fmla="*/ 12198792 w 12200365"/>
              <a:gd name="connsiteY3" fmla="*/ 0 h 5102260"/>
              <a:gd name="connsiteX4" fmla="*/ 12200365 w 12200365"/>
              <a:gd name="connsiteY4" fmla="*/ 698165 h 5102260"/>
              <a:gd name="connsiteX5" fmla="*/ 7944171 w 12200365"/>
              <a:gd name="connsiteY5" fmla="*/ 5100901 h 5102260"/>
              <a:gd name="connsiteX6" fmla="*/ 5909428 w 12200365"/>
              <a:gd name="connsiteY6" fmla="*/ 5101183 h 5102260"/>
              <a:gd name="connsiteX7" fmla="*/ 5602235 w 12200365"/>
              <a:gd name="connsiteY7" fmla="*/ 4412626 h 5102260"/>
              <a:gd name="connsiteX8" fmla="*/ 4641500 w 12200365"/>
              <a:gd name="connsiteY8" fmla="*/ 5102260 h 5102260"/>
              <a:gd name="connsiteX9" fmla="*/ 2392 w 12200365"/>
              <a:gd name="connsiteY9" fmla="*/ 5098702 h 5102260"/>
              <a:gd name="connsiteX10" fmla="*/ 707 w 12200365"/>
              <a:gd name="connsiteY10" fmla="*/ 4186005 h 5102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200365" h="5102260" extrusionOk="0">
                <a:moveTo>
                  <a:pt x="707" y="4186005"/>
                </a:moveTo>
                <a:lnTo>
                  <a:pt x="6953072" y="1299128"/>
                </a:lnTo>
                <a:lnTo>
                  <a:pt x="7244816" y="2512335"/>
                </a:lnTo>
                <a:lnTo>
                  <a:pt x="12198792" y="0"/>
                </a:lnTo>
                <a:cubicBezTo>
                  <a:pt x="12199316" y="232722"/>
                  <a:pt x="12199841" y="465443"/>
                  <a:pt x="12200365" y="698165"/>
                </a:cubicBezTo>
                <a:lnTo>
                  <a:pt x="7944171" y="5100901"/>
                </a:lnTo>
                <a:lnTo>
                  <a:pt x="5909428" y="5101183"/>
                </a:lnTo>
                <a:lnTo>
                  <a:pt x="5602235" y="4412626"/>
                </a:lnTo>
                <a:lnTo>
                  <a:pt x="4641500" y="5102260"/>
                </a:lnTo>
                <a:lnTo>
                  <a:pt x="2392" y="5098702"/>
                </a:lnTo>
                <a:cubicBezTo>
                  <a:pt x="5388" y="4712636"/>
                  <a:pt x="-2289" y="4572071"/>
                  <a:pt x="707" y="4186005"/>
                </a:cubicBezTo>
                <a:close/>
              </a:path>
            </a:pathLst>
          </a:custGeom>
          <a:solidFill>
            <a:srgbClr val="B1E0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Liberation Sans"/>
        <a:cs typeface="Liberation Sans"/>
      </a:majorFont>
      <a:minorFont>
        <a:latin typeface="Calibri"/>
        <a:ea typeface="Liberation Sans"/>
        <a:cs typeface="Liberation Sans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Calibri Light"/>
        <a:ea typeface="Liberation Sans"/>
        <a:cs typeface="Liberation Sans"/>
      </a:majorFont>
      <a:minorFont>
        <a:latin typeface="Calibri"/>
        <a:ea typeface="Liberation Sans"/>
        <a:cs typeface="Liberation Sans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297</TotalTime>
  <Words>467</Words>
  <Application>Microsoft Office PowerPoint</Application>
  <DocSecurity>0</DocSecurity>
  <PresentationFormat>Широкоэкранный</PresentationFormat>
  <Paragraphs>65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6" baseType="lpstr">
      <vt:lpstr>Montserrat SemiBold</vt:lpstr>
      <vt:lpstr>Cambria Math</vt:lpstr>
      <vt:lpstr>Cascadia Code</vt:lpstr>
      <vt:lpstr>Arial</vt:lpstr>
      <vt:lpstr>Times New Roman</vt:lpstr>
      <vt:lpstr>Calibri Light</vt:lpstr>
      <vt:lpstr>Montserrat</vt:lpstr>
      <vt:lpstr>Calibri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Ekaterina Sotski</dc:creator>
  <cp:keywords/>
  <dc:description/>
  <cp:lastModifiedBy>Vladimir Emelianenko</cp:lastModifiedBy>
  <cp:revision>20</cp:revision>
  <dcterms:created xsi:type="dcterms:W3CDTF">2025-11-28T08:06:23Z</dcterms:created>
  <dcterms:modified xsi:type="dcterms:W3CDTF">2026-04-27T01:51:42Z</dcterms:modified>
  <cp:category/>
  <dc:identifier/>
  <cp:contentStatus/>
  <dc:language/>
  <cp:version/>
</cp:coreProperties>
</file>